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5" r:id="rId8"/>
    <p:sldId id="263" r:id="rId9"/>
    <p:sldId id="262" r:id="rId10"/>
  </p:sldIdLst>
  <p:sldSz cx="18288000" cy="10287000"/>
  <p:notesSz cx="18288000" cy="10287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52" d="100"/>
          <a:sy n="52" d="100"/>
        </p:scale>
        <p:origin x="850" y="6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371600" y="3188970"/>
            <a:ext cx="15544800" cy="2160270"/>
          </a:xfrm>
          <a:prstGeom prst="rect">
            <a:avLst/>
          </a:prstGeom>
        </p:spPr>
        <p:txBody>
          <a:bodyPr wrap="square" lIns="0" tIns="0" rIns="0" bIns="0">
            <a:spAutoFit/>
          </a:bodyPr>
          <a:lstStyle>
            <a:lvl1pPr>
              <a:defRPr sz="6350" b="1" i="0">
                <a:solidFill>
                  <a:schemeClr val="tx1"/>
                </a:solidFill>
                <a:latin typeface="Tahoma"/>
                <a:cs typeface="Tahoma"/>
              </a:defRPr>
            </a:lvl1pPr>
          </a:lstStyle>
          <a:p>
            <a:endParaRPr/>
          </a:p>
        </p:txBody>
      </p:sp>
      <p:sp>
        <p:nvSpPr>
          <p:cNvPr id="3" name="Holder 3"/>
          <p:cNvSpPr>
            <a:spLocks noGrp="1"/>
          </p:cNvSpPr>
          <p:nvPr>
            <p:ph type="subTitle" idx="4"/>
          </p:nvPr>
        </p:nvSpPr>
        <p:spPr>
          <a:xfrm>
            <a:off x="2743200" y="5760720"/>
            <a:ext cx="12801600" cy="257175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defRPr sz="1850" b="1" i="0">
                <a:solidFill>
                  <a:schemeClr val="tx1"/>
                </a:solidFill>
                <a:latin typeface="Verdana"/>
                <a:cs typeface="Verdana"/>
              </a:defRPr>
            </a:lvl1pPr>
          </a:lstStyle>
          <a:p>
            <a:pPr marL="12700">
              <a:lnSpc>
                <a:spcPct val="100000"/>
              </a:lnSpc>
              <a:spcBef>
                <a:spcPts val="65"/>
              </a:spcBef>
            </a:pPr>
            <a:r>
              <a:rPr dirty="0"/>
              <a:t>B</a:t>
            </a:r>
            <a:r>
              <a:rPr spc="-160" dirty="0"/>
              <a:t> </a:t>
            </a:r>
            <a:r>
              <a:rPr spc="-30" dirty="0"/>
              <a:t>U</a:t>
            </a:r>
            <a:r>
              <a:rPr spc="-160" dirty="0"/>
              <a:t> </a:t>
            </a:r>
            <a:r>
              <a:rPr spc="-420" dirty="0"/>
              <a:t>I</a:t>
            </a:r>
            <a:r>
              <a:rPr spc="-160" dirty="0"/>
              <a:t> </a:t>
            </a:r>
            <a:r>
              <a:rPr spc="-65" dirty="0"/>
              <a:t>L</a:t>
            </a:r>
            <a:r>
              <a:rPr spc="-155" dirty="0"/>
              <a:t> </a:t>
            </a:r>
            <a:r>
              <a:rPr spc="-50" dirty="0"/>
              <a:t>D</a:t>
            </a:r>
          </a:p>
        </p:txBody>
      </p:sp>
      <p:sp>
        <p:nvSpPr>
          <p:cNvPr id="5" name="Holder 5"/>
          <p:cNvSpPr>
            <a:spLocks noGrp="1"/>
          </p:cNvSpPr>
          <p:nvPr>
            <p:ph type="dt" sz="half" idx="6"/>
          </p:nvPr>
        </p:nvSpPr>
        <p:spPr/>
        <p:txBody>
          <a:bodyPr lIns="0" tIns="0" rIns="0" bIns="0"/>
          <a:lstStyle>
            <a:lvl1pPr>
              <a:defRPr sz="1850" b="1" i="0">
                <a:solidFill>
                  <a:schemeClr val="tx1"/>
                </a:solidFill>
                <a:latin typeface="Verdana"/>
                <a:cs typeface="Verdana"/>
              </a:defRPr>
            </a:lvl1pPr>
          </a:lstStyle>
          <a:p>
            <a:pPr marL="12700">
              <a:lnSpc>
                <a:spcPct val="100000"/>
              </a:lnSpc>
              <a:spcBef>
                <a:spcPts val="65"/>
              </a:spcBef>
            </a:pPr>
            <a:r>
              <a:rPr dirty="0"/>
              <a:t>W</a:t>
            </a:r>
            <a:r>
              <a:rPr spc="-180" dirty="0"/>
              <a:t> </a:t>
            </a:r>
            <a:r>
              <a:rPr spc="-420" dirty="0"/>
              <a:t>I</a:t>
            </a:r>
            <a:r>
              <a:rPr spc="-150" dirty="0"/>
              <a:t> </a:t>
            </a:r>
            <a:r>
              <a:rPr spc="-145" dirty="0"/>
              <a:t>T </a:t>
            </a:r>
            <a:r>
              <a:rPr spc="-50" dirty="0"/>
              <a:t>H</a:t>
            </a:r>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6350" b="1" i="0">
                <a:solidFill>
                  <a:schemeClr val="tx1"/>
                </a:solidFill>
                <a:latin typeface="Tahoma"/>
                <a:cs typeface="Tahoma"/>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defRPr sz="1850" b="1" i="0">
                <a:solidFill>
                  <a:schemeClr val="tx1"/>
                </a:solidFill>
                <a:latin typeface="Verdana"/>
                <a:cs typeface="Verdana"/>
              </a:defRPr>
            </a:lvl1pPr>
          </a:lstStyle>
          <a:p>
            <a:pPr marL="12700">
              <a:lnSpc>
                <a:spcPct val="100000"/>
              </a:lnSpc>
              <a:spcBef>
                <a:spcPts val="65"/>
              </a:spcBef>
            </a:pPr>
            <a:r>
              <a:rPr dirty="0"/>
              <a:t>B</a:t>
            </a:r>
            <a:r>
              <a:rPr spc="-160" dirty="0"/>
              <a:t> </a:t>
            </a:r>
            <a:r>
              <a:rPr spc="-30" dirty="0"/>
              <a:t>U</a:t>
            </a:r>
            <a:r>
              <a:rPr spc="-160" dirty="0"/>
              <a:t> </a:t>
            </a:r>
            <a:r>
              <a:rPr spc="-420" dirty="0"/>
              <a:t>I</a:t>
            </a:r>
            <a:r>
              <a:rPr spc="-160" dirty="0"/>
              <a:t> </a:t>
            </a:r>
            <a:r>
              <a:rPr spc="-65" dirty="0"/>
              <a:t>L</a:t>
            </a:r>
            <a:r>
              <a:rPr spc="-155" dirty="0"/>
              <a:t> </a:t>
            </a:r>
            <a:r>
              <a:rPr spc="-50" dirty="0"/>
              <a:t>D</a:t>
            </a:r>
          </a:p>
        </p:txBody>
      </p:sp>
      <p:sp>
        <p:nvSpPr>
          <p:cNvPr id="5" name="Holder 5"/>
          <p:cNvSpPr>
            <a:spLocks noGrp="1"/>
          </p:cNvSpPr>
          <p:nvPr>
            <p:ph type="dt" sz="half" idx="6"/>
          </p:nvPr>
        </p:nvSpPr>
        <p:spPr/>
        <p:txBody>
          <a:bodyPr lIns="0" tIns="0" rIns="0" bIns="0"/>
          <a:lstStyle>
            <a:lvl1pPr>
              <a:defRPr sz="1850" b="1" i="0">
                <a:solidFill>
                  <a:schemeClr val="tx1"/>
                </a:solidFill>
                <a:latin typeface="Verdana"/>
                <a:cs typeface="Verdana"/>
              </a:defRPr>
            </a:lvl1pPr>
          </a:lstStyle>
          <a:p>
            <a:pPr marL="12700">
              <a:lnSpc>
                <a:spcPct val="100000"/>
              </a:lnSpc>
              <a:spcBef>
                <a:spcPts val="65"/>
              </a:spcBef>
            </a:pPr>
            <a:r>
              <a:rPr dirty="0"/>
              <a:t>W</a:t>
            </a:r>
            <a:r>
              <a:rPr spc="-180" dirty="0"/>
              <a:t> </a:t>
            </a:r>
            <a:r>
              <a:rPr spc="-420" dirty="0"/>
              <a:t>I</a:t>
            </a:r>
            <a:r>
              <a:rPr spc="-150" dirty="0"/>
              <a:t> </a:t>
            </a:r>
            <a:r>
              <a:rPr spc="-145" dirty="0"/>
              <a:t>T </a:t>
            </a:r>
            <a:r>
              <a:rPr spc="-50" dirty="0"/>
              <a:t>H</a:t>
            </a:r>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6350" b="1" i="0">
                <a:solidFill>
                  <a:schemeClr val="tx1"/>
                </a:solidFill>
                <a:latin typeface="Tahoma"/>
                <a:cs typeface="Tahoma"/>
              </a:defRPr>
            </a:lvl1pPr>
          </a:lstStyle>
          <a:p>
            <a:endParaRPr/>
          </a:p>
        </p:txBody>
      </p:sp>
      <p:sp>
        <p:nvSpPr>
          <p:cNvPr id="3" name="Holder 3"/>
          <p:cNvSpPr>
            <a:spLocks noGrp="1"/>
          </p:cNvSpPr>
          <p:nvPr>
            <p:ph sz="half" idx="2"/>
          </p:nvPr>
        </p:nvSpPr>
        <p:spPr>
          <a:xfrm>
            <a:off x="914400" y="2366010"/>
            <a:ext cx="7955280" cy="678942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9418320" y="2366010"/>
            <a:ext cx="7955280" cy="678942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850" b="1" i="0">
                <a:solidFill>
                  <a:schemeClr val="tx1"/>
                </a:solidFill>
                <a:latin typeface="Verdana"/>
                <a:cs typeface="Verdana"/>
              </a:defRPr>
            </a:lvl1pPr>
          </a:lstStyle>
          <a:p>
            <a:pPr marL="12700">
              <a:lnSpc>
                <a:spcPct val="100000"/>
              </a:lnSpc>
              <a:spcBef>
                <a:spcPts val="65"/>
              </a:spcBef>
            </a:pPr>
            <a:r>
              <a:rPr dirty="0"/>
              <a:t>B</a:t>
            </a:r>
            <a:r>
              <a:rPr spc="-160" dirty="0"/>
              <a:t> </a:t>
            </a:r>
            <a:r>
              <a:rPr spc="-30" dirty="0"/>
              <a:t>U</a:t>
            </a:r>
            <a:r>
              <a:rPr spc="-160" dirty="0"/>
              <a:t> </a:t>
            </a:r>
            <a:r>
              <a:rPr spc="-420" dirty="0"/>
              <a:t>I</a:t>
            </a:r>
            <a:r>
              <a:rPr spc="-160" dirty="0"/>
              <a:t> </a:t>
            </a:r>
            <a:r>
              <a:rPr spc="-65" dirty="0"/>
              <a:t>L</a:t>
            </a:r>
            <a:r>
              <a:rPr spc="-155" dirty="0"/>
              <a:t> </a:t>
            </a:r>
            <a:r>
              <a:rPr spc="-50" dirty="0"/>
              <a:t>D</a:t>
            </a:r>
          </a:p>
        </p:txBody>
      </p:sp>
      <p:sp>
        <p:nvSpPr>
          <p:cNvPr id="6" name="Holder 6"/>
          <p:cNvSpPr>
            <a:spLocks noGrp="1"/>
          </p:cNvSpPr>
          <p:nvPr>
            <p:ph type="dt" sz="half" idx="6"/>
          </p:nvPr>
        </p:nvSpPr>
        <p:spPr/>
        <p:txBody>
          <a:bodyPr lIns="0" tIns="0" rIns="0" bIns="0"/>
          <a:lstStyle>
            <a:lvl1pPr>
              <a:defRPr sz="1850" b="1" i="0">
                <a:solidFill>
                  <a:schemeClr val="tx1"/>
                </a:solidFill>
                <a:latin typeface="Verdana"/>
                <a:cs typeface="Verdana"/>
              </a:defRPr>
            </a:lvl1pPr>
          </a:lstStyle>
          <a:p>
            <a:pPr marL="12700">
              <a:lnSpc>
                <a:spcPct val="100000"/>
              </a:lnSpc>
              <a:spcBef>
                <a:spcPts val="65"/>
              </a:spcBef>
            </a:pPr>
            <a:r>
              <a:rPr dirty="0"/>
              <a:t>W</a:t>
            </a:r>
            <a:r>
              <a:rPr spc="-180" dirty="0"/>
              <a:t> </a:t>
            </a:r>
            <a:r>
              <a:rPr spc="-420" dirty="0"/>
              <a:t>I</a:t>
            </a:r>
            <a:r>
              <a:rPr spc="-150" dirty="0"/>
              <a:t> </a:t>
            </a:r>
            <a:r>
              <a:rPr spc="-145" dirty="0"/>
              <a:t>T </a:t>
            </a:r>
            <a:r>
              <a:rPr spc="-50" dirty="0"/>
              <a:t>H</a:t>
            </a:r>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6350" b="1" i="0">
                <a:solidFill>
                  <a:schemeClr val="tx1"/>
                </a:solidFill>
                <a:latin typeface="Tahoma"/>
                <a:cs typeface="Tahoma"/>
              </a:defRPr>
            </a:lvl1pPr>
          </a:lstStyle>
          <a:p>
            <a:endParaRPr/>
          </a:p>
        </p:txBody>
      </p:sp>
      <p:sp>
        <p:nvSpPr>
          <p:cNvPr id="3" name="Holder 3"/>
          <p:cNvSpPr>
            <a:spLocks noGrp="1"/>
          </p:cNvSpPr>
          <p:nvPr>
            <p:ph type="ftr" sz="quarter" idx="5"/>
          </p:nvPr>
        </p:nvSpPr>
        <p:spPr/>
        <p:txBody>
          <a:bodyPr lIns="0" tIns="0" rIns="0" bIns="0"/>
          <a:lstStyle>
            <a:lvl1pPr>
              <a:defRPr sz="1850" b="1" i="0">
                <a:solidFill>
                  <a:schemeClr val="tx1"/>
                </a:solidFill>
                <a:latin typeface="Verdana"/>
                <a:cs typeface="Verdana"/>
              </a:defRPr>
            </a:lvl1pPr>
          </a:lstStyle>
          <a:p>
            <a:pPr marL="12700">
              <a:lnSpc>
                <a:spcPct val="100000"/>
              </a:lnSpc>
              <a:spcBef>
                <a:spcPts val="65"/>
              </a:spcBef>
            </a:pPr>
            <a:r>
              <a:rPr dirty="0"/>
              <a:t>B</a:t>
            </a:r>
            <a:r>
              <a:rPr spc="-160" dirty="0"/>
              <a:t> </a:t>
            </a:r>
            <a:r>
              <a:rPr spc="-30" dirty="0"/>
              <a:t>U</a:t>
            </a:r>
            <a:r>
              <a:rPr spc="-160" dirty="0"/>
              <a:t> </a:t>
            </a:r>
            <a:r>
              <a:rPr spc="-420" dirty="0"/>
              <a:t>I</a:t>
            </a:r>
            <a:r>
              <a:rPr spc="-160" dirty="0"/>
              <a:t> </a:t>
            </a:r>
            <a:r>
              <a:rPr spc="-65" dirty="0"/>
              <a:t>L</a:t>
            </a:r>
            <a:r>
              <a:rPr spc="-155" dirty="0"/>
              <a:t> </a:t>
            </a:r>
            <a:r>
              <a:rPr spc="-50" dirty="0"/>
              <a:t>D</a:t>
            </a:r>
          </a:p>
        </p:txBody>
      </p:sp>
      <p:sp>
        <p:nvSpPr>
          <p:cNvPr id="4" name="Holder 4"/>
          <p:cNvSpPr>
            <a:spLocks noGrp="1"/>
          </p:cNvSpPr>
          <p:nvPr>
            <p:ph type="dt" sz="half" idx="6"/>
          </p:nvPr>
        </p:nvSpPr>
        <p:spPr/>
        <p:txBody>
          <a:bodyPr lIns="0" tIns="0" rIns="0" bIns="0"/>
          <a:lstStyle>
            <a:lvl1pPr>
              <a:defRPr sz="1850" b="1" i="0">
                <a:solidFill>
                  <a:schemeClr val="tx1"/>
                </a:solidFill>
                <a:latin typeface="Verdana"/>
                <a:cs typeface="Verdana"/>
              </a:defRPr>
            </a:lvl1pPr>
          </a:lstStyle>
          <a:p>
            <a:pPr marL="12700">
              <a:lnSpc>
                <a:spcPct val="100000"/>
              </a:lnSpc>
              <a:spcBef>
                <a:spcPts val="65"/>
              </a:spcBef>
            </a:pPr>
            <a:r>
              <a:rPr dirty="0"/>
              <a:t>W</a:t>
            </a:r>
            <a:r>
              <a:rPr spc="-180" dirty="0"/>
              <a:t> </a:t>
            </a:r>
            <a:r>
              <a:rPr spc="-420" dirty="0"/>
              <a:t>I</a:t>
            </a:r>
            <a:r>
              <a:rPr spc="-150" dirty="0"/>
              <a:t> </a:t>
            </a:r>
            <a:r>
              <a:rPr spc="-145" dirty="0"/>
              <a:t>T </a:t>
            </a:r>
            <a:r>
              <a:rPr spc="-50" dirty="0"/>
              <a:t>H</a:t>
            </a:r>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850" b="1" i="0">
                <a:solidFill>
                  <a:schemeClr val="tx1"/>
                </a:solidFill>
                <a:latin typeface="Verdana"/>
                <a:cs typeface="Verdana"/>
              </a:defRPr>
            </a:lvl1pPr>
          </a:lstStyle>
          <a:p>
            <a:pPr marL="12700">
              <a:lnSpc>
                <a:spcPct val="100000"/>
              </a:lnSpc>
              <a:spcBef>
                <a:spcPts val="65"/>
              </a:spcBef>
            </a:pPr>
            <a:r>
              <a:rPr dirty="0"/>
              <a:t>B</a:t>
            </a:r>
            <a:r>
              <a:rPr spc="-160" dirty="0"/>
              <a:t> </a:t>
            </a:r>
            <a:r>
              <a:rPr spc="-30" dirty="0"/>
              <a:t>U</a:t>
            </a:r>
            <a:r>
              <a:rPr spc="-160" dirty="0"/>
              <a:t> </a:t>
            </a:r>
            <a:r>
              <a:rPr spc="-420" dirty="0"/>
              <a:t>I</a:t>
            </a:r>
            <a:r>
              <a:rPr spc="-160" dirty="0"/>
              <a:t> </a:t>
            </a:r>
            <a:r>
              <a:rPr spc="-65" dirty="0"/>
              <a:t>L</a:t>
            </a:r>
            <a:r>
              <a:rPr spc="-155" dirty="0"/>
              <a:t> </a:t>
            </a:r>
            <a:r>
              <a:rPr spc="-50" dirty="0"/>
              <a:t>D</a:t>
            </a:r>
          </a:p>
        </p:txBody>
      </p:sp>
      <p:sp>
        <p:nvSpPr>
          <p:cNvPr id="3" name="Holder 3"/>
          <p:cNvSpPr>
            <a:spLocks noGrp="1"/>
          </p:cNvSpPr>
          <p:nvPr>
            <p:ph type="dt" sz="half" idx="6"/>
          </p:nvPr>
        </p:nvSpPr>
        <p:spPr/>
        <p:txBody>
          <a:bodyPr lIns="0" tIns="0" rIns="0" bIns="0"/>
          <a:lstStyle>
            <a:lvl1pPr>
              <a:defRPr sz="1850" b="1" i="0">
                <a:solidFill>
                  <a:schemeClr val="tx1"/>
                </a:solidFill>
                <a:latin typeface="Verdana"/>
                <a:cs typeface="Verdana"/>
              </a:defRPr>
            </a:lvl1pPr>
          </a:lstStyle>
          <a:p>
            <a:pPr marL="12700">
              <a:lnSpc>
                <a:spcPct val="100000"/>
              </a:lnSpc>
              <a:spcBef>
                <a:spcPts val="65"/>
              </a:spcBef>
            </a:pPr>
            <a:r>
              <a:rPr dirty="0"/>
              <a:t>W</a:t>
            </a:r>
            <a:r>
              <a:rPr spc="-180" dirty="0"/>
              <a:t> </a:t>
            </a:r>
            <a:r>
              <a:rPr spc="-420" dirty="0"/>
              <a:t>I</a:t>
            </a:r>
            <a:r>
              <a:rPr spc="-150" dirty="0"/>
              <a:t> </a:t>
            </a:r>
            <a:r>
              <a:rPr spc="-145" dirty="0"/>
              <a:t>T </a:t>
            </a:r>
            <a:r>
              <a:rPr spc="-50" dirty="0"/>
              <a:t>H</a:t>
            </a:r>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4089949" y="0"/>
            <a:ext cx="10286999" cy="10286999"/>
          </a:xfrm>
          <a:prstGeom prst="rect">
            <a:avLst/>
          </a:prstGeom>
        </p:spPr>
      </p:pic>
      <p:sp>
        <p:nvSpPr>
          <p:cNvPr id="2" name="Holder 2"/>
          <p:cNvSpPr>
            <a:spLocks noGrp="1"/>
          </p:cNvSpPr>
          <p:nvPr>
            <p:ph type="title"/>
          </p:nvPr>
        </p:nvSpPr>
        <p:spPr>
          <a:xfrm>
            <a:off x="822116" y="1656230"/>
            <a:ext cx="13998575" cy="993775"/>
          </a:xfrm>
          <a:prstGeom prst="rect">
            <a:avLst/>
          </a:prstGeom>
        </p:spPr>
        <p:txBody>
          <a:bodyPr wrap="square" lIns="0" tIns="0" rIns="0" bIns="0">
            <a:spAutoFit/>
          </a:bodyPr>
          <a:lstStyle>
            <a:lvl1pPr>
              <a:defRPr sz="6350" b="1" i="0">
                <a:solidFill>
                  <a:schemeClr val="tx1"/>
                </a:solidFill>
                <a:latin typeface="Tahoma"/>
                <a:cs typeface="Tahoma"/>
              </a:defRPr>
            </a:lvl1pPr>
          </a:lstStyle>
          <a:p>
            <a:endParaRPr/>
          </a:p>
        </p:txBody>
      </p:sp>
      <p:sp>
        <p:nvSpPr>
          <p:cNvPr id="3" name="Holder 3"/>
          <p:cNvSpPr>
            <a:spLocks noGrp="1"/>
          </p:cNvSpPr>
          <p:nvPr>
            <p:ph type="body" idx="1"/>
          </p:nvPr>
        </p:nvSpPr>
        <p:spPr>
          <a:xfrm>
            <a:off x="964257" y="3393593"/>
            <a:ext cx="17231995" cy="2828205"/>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7294422" y="9737490"/>
            <a:ext cx="1049020" cy="316229"/>
          </a:xfrm>
          <a:prstGeom prst="rect">
            <a:avLst/>
          </a:prstGeom>
        </p:spPr>
        <p:txBody>
          <a:bodyPr wrap="square" lIns="0" tIns="0" rIns="0" bIns="0">
            <a:spAutoFit/>
          </a:bodyPr>
          <a:lstStyle>
            <a:lvl1pPr>
              <a:defRPr sz="1850" b="1" i="0">
                <a:solidFill>
                  <a:schemeClr val="tx1"/>
                </a:solidFill>
                <a:latin typeface="Verdana"/>
                <a:cs typeface="Verdana"/>
              </a:defRPr>
            </a:lvl1pPr>
          </a:lstStyle>
          <a:p>
            <a:pPr marL="12700">
              <a:lnSpc>
                <a:spcPct val="100000"/>
              </a:lnSpc>
              <a:spcBef>
                <a:spcPts val="65"/>
              </a:spcBef>
            </a:pPr>
            <a:r>
              <a:rPr dirty="0"/>
              <a:t>B</a:t>
            </a:r>
            <a:r>
              <a:rPr spc="-160" dirty="0"/>
              <a:t> </a:t>
            </a:r>
            <a:r>
              <a:rPr spc="-30" dirty="0"/>
              <a:t>U</a:t>
            </a:r>
            <a:r>
              <a:rPr spc="-160" dirty="0"/>
              <a:t> </a:t>
            </a:r>
            <a:r>
              <a:rPr spc="-420" dirty="0"/>
              <a:t>I</a:t>
            </a:r>
            <a:r>
              <a:rPr spc="-160" dirty="0"/>
              <a:t> </a:t>
            </a:r>
            <a:r>
              <a:rPr spc="-65" dirty="0"/>
              <a:t>L</a:t>
            </a:r>
            <a:r>
              <a:rPr spc="-155" dirty="0"/>
              <a:t> </a:t>
            </a:r>
            <a:r>
              <a:rPr spc="-50" dirty="0"/>
              <a:t>D</a:t>
            </a:r>
          </a:p>
        </p:txBody>
      </p:sp>
      <p:sp>
        <p:nvSpPr>
          <p:cNvPr id="5" name="Holder 5"/>
          <p:cNvSpPr>
            <a:spLocks noGrp="1"/>
          </p:cNvSpPr>
          <p:nvPr>
            <p:ph type="dt" sz="half" idx="6"/>
          </p:nvPr>
        </p:nvSpPr>
        <p:spPr>
          <a:xfrm>
            <a:off x="8502763" y="9737490"/>
            <a:ext cx="885825" cy="316229"/>
          </a:xfrm>
          <a:prstGeom prst="rect">
            <a:avLst/>
          </a:prstGeom>
        </p:spPr>
        <p:txBody>
          <a:bodyPr wrap="square" lIns="0" tIns="0" rIns="0" bIns="0">
            <a:spAutoFit/>
          </a:bodyPr>
          <a:lstStyle>
            <a:lvl1pPr>
              <a:defRPr sz="1850" b="1" i="0">
                <a:solidFill>
                  <a:schemeClr val="tx1"/>
                </a:solidFill>
                <a:latin typeface="Verdana"/>
                <a:cs typeface="Verdana"/>
              </a:defRPr>
            </a:lvl1pPr>
          </a:lstStyle>
          <a:p>
            <a:pPr marL="12700">
              <a:lnSpc>
                <a:spcPct val="100000"/>
              </a:lnSpc>
              <a:spcBef>
                <a:spcPts val="65"/>
              </a:spcBef>
            </a:pPr>
            <a:r>
              <a:rPr dirty="0"/>
              <a:t>W</a:t>
            </a:r>
            <a:r>
              <a:rPr spc="-180" dirty="0"/>
              <a:t> </a:t>
            </a:r>
            <a:r>
              <a:rPr spc="-420" dirty="0"/>
              <a:t>I</a:t>
            </a:r>
            <a:r>
              <a:rPr spc="-150" dirty="0"/>
              <a:t> </a:t>
            </a:r>
            <a:r>
              <a:rPr spc="-145" dirty="0"/>
              <a:t>T </a:t>
            </a:r>
            <a:r>
              <a:rPr spc="-50" dirty="0"/>
              <a:t>H</a:t>
            </a:r>
          </a:p>
        </p:txBody>
      </p:sp>
      <p:sp>
        <p:nvSpPr>
          <p:cNvPr id="6" name="Holder 6"/>
          <p:cNvSpPr>
            <a:spLocks noGrp="1"/>
          </p:cNvSpPr>
          <p:nvPr>
            <p:ph type="sldNum" sz="quarter" idx="7"/>
          </p:nvPr>
        </p:nvSpPr>
        <p:spPr>
          <a:xfrm>
            <a:off x="13167361" y="9566910"/>
            <a:ext cx="4206240" cy="51435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jpg"/><Relationship Id="rId3" Type="http://schemas.openxmlformats.org/officeDocument/2006/relationships/image" Target="../media/image2.png"/><Relationship Id="rId7" Type="http://schemas.openxmlformats.org/officeDocument/2006/relationships/image" Target="../media/image6.jpg"/><Relationship Id="rId2"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image" Target="../media/image5.jp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8.jpg"/><Relationship Id="rId7" Type="http://schemas.openxmlformats.org/officeDocument/2006/relationships/image" Target="../media/image10.png"/><Relationship Id="rId2" Type="http://schemas.openxmlformats.org/officeDocument/2006/relationships/image" Target="../media/image1.jpg"/><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7.jpg"/><Relationship Id="rId4" Type="http://schemas.openxmlformats.org/officeDocument/2006/relationships/image" Target="../media/image6.jpg"/></Relationships>
</file>

<file path=ppt/slides/_rels/slide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8.jpg"/><Relationship Id="rId1" Type="http://schemas.openxmlformats.org/officeDocument/2006/relationships/slideLayout" Target="../slideLayouts/slideLayout4.xml"/><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8.jpg"/><Relationship Id="rId1" Type="http://schemas.openxmlformats.org/officeDocument/2006/relationships/slideLayout" Target="../slideLayouts/slideLayout4.xml"/><Relationship Id="rId5" Type="http://schemas.openxmlformats.org/officeDocument/2006/relationships/image" Target="../media/image12.png"/><Relationship Id="rId4" Type="http://schemas.openxmlformats.org/officeDocument/2006/relationships/image" Target="../media/image7.jpg"/></Relationships>
</file>

<file path=ppt/slides/_rels/slide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8.jpg"/><Relationship Id="rId1" Type="http://schemas.openxmlformats.org/officeDocument/2006/relationships/slideLayout" Target="../slideLayouts/slideLayout4.xml"/><Relationship Id="rId4" Type="http://schemas.openxmlformats.org/officeDocument/2006/relationships/image" Target="../media/image7.jpg"/></Relationships>
</file>

<file path=ppt/slides/_rels/slide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8.jpg"/><Relationship Id="rId1" Type="http://schemas.openxmlformats.org/officeDocument/2006/relationships/slideLayout" Target="../slideLayouts/slideLayout4.xml"/><Relationship Id="rId5" Type="http://schemas.openxmlformats.org/officeDocument/2006/relationships/image" Target="../media/image13.png"/><Relationship Id="rId4" Type="http://schemas.openxmlformats.org/officeDocument/2006/relationships/image" Target="../media/image7.jpg"/></Relationships>
</file>

<file path=ppt/slides/_rels/slide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8.jpg"/><Relationship Id="rId1" Type="http://schemas.openxmlformats.org/officeDocument/2006/relationships/slideLayout" Target="../slideLayouts/slideLayout4.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7.jpg"/></Relationships>
</file>

<file path=ppt/slides/_rels/slide8.xml.rels><?xml version="1.0" encoding="UTF-8" standalone="yes"?>
<Relationships xmlns="http://schemas.openxmlformats.org/package/2006/relationships"><Relationship Id="rId8" Type="http://schemas.openxmlformats.org/officeDocument/2006/relationships/hyperlink" Target="https://www.semanticscholar.org/paper/A-LoRa-Based-Disaster-Management-System-for-Search-Manuel-Faied/355d39a8f7568d55019fee085597d56dc1a5d0db" TargetMode="External"/><Relationship Id="rId3" Type="http://schemas.openxmlformats.org/officeDocument/2006/relationships/image" Target="../media/image8.jpg"/><Relationship Id="rId7" Type="http://schemas.openxmlformats.org/officeDocument/2006/relationships/hyperlink" Target="https://www.mdpi.com/2504-446X/6/7/154" TargetMode="External"/><Relationship Id="rId2" Type="http://schemas.openxmlformats.org/officeDocument/2006/relationships/image" Target="../media/image1.jpg"/><Relationship Id="rId1" Type="http://schemas.openxmlformats.org/officeDocument/2006/relationships/slideLayout" Target="../slideLayouts/slideLayout4.xml"/><Relationship Id="rId6" Type="http://schemas.openxmlformats.org/officeDocument/2006/relationships/hyperlink" Target="https://lareferencia.info/vufind/Record/ES_8b80c1153c7894c77ec56bd366b0f19e/Details" TargetMode="External"/><Relationship Id="rId5" Type="http://schemas.openxmlformats.org/officeDocument/2006/relationships/image" Target="../media/image7.jpg"/><Relationship Id="rId4" Type="http://schemas.openxmlformats.org/officeDocument/2006/relationships/image" Target="../media/image6.jpg"/><Relationship Id="rId9" Type="http://schemas.openxmlformats.org/officeDocument/2006/relationships/hyperlink" Target="https://ndma.gov.in/guidelines" TargetMode="External"/></Relationships>
</file>

<file path=ppt/slides/_rels/slide9.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6.jpg"/><Relationship Id="rId7" Type="http://schemas.openxmlformats.org/officeDocument/2006/relationships/image" Target="../media/image18.png"/><Relationship Id="rId2" Type="http://schemas.openxmlformats.org/officeDocument/2006/relationships/image" Target="../media/image8.jpg"/><Relationship Id="rId1" Type="http://schemas.openxmlformats.org/officeDocument/2006/relationships/slideLayout" Target="../slideLayouts/slideLayout4.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7.jp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295400" y="6184809"/>
            <a:ext cx="991869" cy="0"/>
          </a:xfrm>
          <a:custGeom>
            <a:avLst/>
            <a:gdLst/>
            <a:ahLst/>
            <a:cxnLst/>
            <a:rect l="l" t="t" r="r" b="b"/>
            <a:pathLst>
              <a:path w="991869">
                <a:moveTo>
                  <a:pt x="0" y="0"/>
                </a:moveTo>
                <a:lnTo>
                  <a:pt x="991268" y="0"/>
                </a:lnTo>
              </a:path>
            </a:pathLst>
          </a:custGeom>
          <a:ln w="95249">
            <a:solidFill>
              <a:srgbClr val="FF5C1F"/>
            </a:solidFill>
          </a:ln>
        </p:spPr>
        <p:txBody>
          <a:bodyPr wrap="square" lIns="0" tIns="0" rIns="0" bIns="0" rtlCol="0"/>
          <a:lstStyle/>
          <a:p>
            <a:endParaRPr/>
          </a:p>
        </p:txBody>
      </p:sp>
      <p:grpSp>
        <p:nvGrpSpPr>
          <p:cNvPr id="3" name="object 3"/>
          <p:cNvGrpSpPr/>
          <p:nvPr/>
        </p:nvGrpSpPr>
        <p:grpSpPr>
          <a:xfrm>
            <a:off x="471345" y="4937"/>
            <a:ext cx="17194530" cy="10287000"/>
            <a:chOff x="509905" y="0"/>
            <a:chExt cx="17194530" cy="10287000"/>
          </a:xfrm>
        </p:grpSpPr>
        <p:pic>
          <p:nvPicPr>
            <p:cNvPr id="4" name="object 4"/>
            <p:cNvPicPr/>
            <p:nvPr/>
          </p:nvPicPr>
          <p:blipFill>
            <a:blip r:embed="rId2" cstate="print"/>
            <a:stretch>
              <a:fillRect/>
            </a:stretch>
          </p:blipFill>
          <p:spPr>
            <a:xfrm>
              <a:off x="4089950" y="0"/>
              <a:ext cx="10286999" cy="10286999"/>
            </a:xfrm>
            <a:prstGeom prst="rect">
              <a:avLst/>
            </a:prstGeom>
          </p:spPr>
        </p:pic>
        <p:sp>
          <p:nvSpPr>
            <p:cNvPr id="5" name="object 5"/>
            <p:cNvSpPr/>
            <p:nvPr/>
          </p:nvSpPr>
          <p:spPr>
            <a:xfrm>
              <a:off x="10855980" y="9909534"/>
              <a:ext cx="6800850" cy="0"/>
            </a:xfrm>
            <a:custGeom>
              <a:avLst/>
              <a:gdLst/>
              <a:ahLst/>
              <a:cxnLst/>
              <a:rect l="l" t="t" r="r" b="b"/>
              <a:pathLst>
                <a:path w="6800850">
                  <a:moveTo>
                    <a:pt x="0" y="0"/>
                  </a:moveTo>
                  <a:lnTo>
                    <a:pt x="6800500" y="0"/>
                  </a:lnTo>
                </a:path>
              </a:pathLst>
            </a:custGeom>
            <a:ln w="95249">
              <a:solidFill>
                <a:srgbClr val="15752A"/>
              </a:solidFill>
            </a:ln>
          </p:spPr>
          <p:txBody>
            <a:bodyPr wrap="square" lIns="0" tIns="0" rIns="0" bIns="0" rtlCol="0"/>
            <a:lstStyle/>
            <a:p>
              <a:endParaRPr/>
            </a:p>
          </p:txBody>
        </p:sp>
        <p:sp>
          <p:nvSpPr>
            <p:cNvPr id="6" name="object 6"/>
            <p:cNvSpPr/>
            <p:nvPr/>
          </p:nvSpPr>
          <p:spPr>
            <a:xfrm>
              <a:off x="557530" y="9909534"/>
              <a:ext cx="6633845" cy="0"/>
            </a:xfrm>
            <a:custGeom>
              <a:avLst/>
              <a:gdLst/>
              <a:ahLst/>
              <a:cxnLst/>
              <a:rect l="l" t="t" r="r" b="b"/>
              <a:pathLst>
                <a:path w="6633845">
                  <a:moveTo>
                    <a:pt x="0" y="0"/>
                  </a:moveTo>
                  <a:lnTo>
                    <a:pt x="6633806" y="0"/>
                  </a:lnTo>
                </a:path>
              </a:pathLst>
            </a:custGeom>
            <a:ln w="95249">
              <a:solidFill>
                <a:srgbClr val="FF5C1F"/>
              </a:solidFill>
            </a:ln>
          </p:spPr>
          <p:txBody>
            <a:bodyPr wrap="square" lIns="0" tIns="0" rIns="0" bIns="0" rtlCol="0"/>
            <a:lstStyle/>
            <a:p>
              <a:endParaRPr/>
            </a:p>
          </p:txBody>
        </p:sp>
        <p:sp>
          <p:nvSpPr>
            <p:cNvPr id="7" name="object 7"/>
            <p:cNvSpPr/>
            <p:nvPr/>
          </p:nvSpPr>
          <p:spPr>
            <a:xfrm>
              <a:off x="6062222" y="3795547"/>
              <a:ext cx="1966595" cy="0"/>
            </a:xfrm>
            <a:custGeom>
              <a:avLst/>
              <a:gdLst/>
              <a:ahLst/>
              <a:cxnLst/>
              <a:rect l="l" t="t" r="r" b="b"/>
              <a:pathLst>
                <a:path w="1966595">
                  <a:moveTo>
                    <a:pt x="0" y="0"/>
                  </a:moveTo>
                  <a:lnTo>
                    <a:pt x="1966217" y="0"/>
                  </a:lnTo>
                </a:path>
              </a:pathLst>
            </a:custGeom>
            <a:ln w="40211">
              <a:solidFill>
                <a:srgbClr val="FF5C1F"/>
              </a:solidFill>
            </a:ln>
          </p:spPr>
          <p:txBody>
            <a:bodyPr wrap="square" lIns="0" tIns="0" rIns="0" bIns="0" rtlCol="0"/>
            <a:lstStyle/>
            <a:p>
              <a:endParaRPr/>
            </a:p>
          </p:txBody>
        </p:sp>
      </p:grpSp>
      <p:sp>
        <p:nvSpPr>
          <p:cNvPr id="8" name="object 8" descr="$PPTXTitle"/>
          <p:cNvSpPr txBox="1">
            <a:spLocks noGrp="1"/>
          </p:cNvSpPr>
          <p:nvPr>
            <p:ph type="title"/>
          </p:nvPr>
        </p:nvSpPr>
        <p:spPr>
          <a:xfrm>
            <a:off x="6595230" y="1640355"/>
            <a:ext cx="6068060" cy="1862048"/>
          </a:xfrm>
          <a:prstGeom prst="rect">
            <a:avLst/>
          </a:prstGeom>
        </p:spPr>
        <p:txBody>
          <a:bodyPr vert="horz" wrap="square" lIns="0" tIns="15240" rIns="0" bIns="0" rtlCol="0">
            <a:spAutoFit/>
          </a:bodyPr>
          <a:lstStyle/>
          <a:p>
            <a:pPr marL="12700">
              <a:lnSpc>
                <a:spcPct val="100000"/>
              </a:lnSpc>
              <a:spcBef>
                <a:spcPts val="120"/>
              </a:spcBef>
            </a:pPr>
            <a:r>
              <a:rPr sz="12000" spc="145" dirty="0"/>
              <a:t>BUILD</a:t>
            </a:r>
            <a:endParaRPr sz="12000" dirty="0"/>
          </a:p>
        </p:txBody>
      </p:sp>
      <p:sp>
        <p:nvSpPr>
          <p:cNvPr id="9" name="object 9"/>
          <p:cNvSpPr txBox="1"/>
          <p:nvPr/>
        </p:nvSpPr>
        <p:spPr>
          <a:xfrm>
            <a:off x="8291456" y="3416034"/>
            <a:ext cx="1517650" cy="639445"/>
          </a:xfrm>
          <a:prstGeom prst="rect">
            <a:avLst/>
          </a:prstGeom>
        </p:spPr>
        <p:txBody>
          <a:bodyPr vert="horz" wrap="square" lIns="0" tIns="15875" rIns="0" bIns="0" rtlCol="0">
            <a:spAutoFit/>
          </a:bodyPr>
          <a:lstStyle/>
          <a:p>
            <a:pPr marL="12700">
              <a:lnSpc>
                <a:spcPct val="100000"/>
              </a:lnSpc>
              <a:spcBef>
                <a:spcPts val="125"/>
              </a:spcBef>
            </a:pPr>
            <a:r>
              <a:rPr sz="4000" b="1" spc="-20" dirty="0">
                <a:solidFill>
                  <a:srgbClr val="8625B4"/>
                </a:solidFill>
                <a:latin typeface="Tahoma"/>
                <a:cs typeface="Tahoma"/>
              </a:rPr>
              <a:t>WITH</a:t>
            </a:r>
            <a:endParaRPr sz="4000">
              <a:latin typeface="Tahoma"/>
              <a:cs typeface="Tahoma"/>
            </a:endParaRPr>
          </a:p>
        </p:txBody>
      </p:sp>
      <p:sp>
        <p:nvSpPr>
          <p:cNvPr id="10" name="object 10"/>
          <p:cNvSpPr txBox="1"/>
          <p:nvPr/>
        </p:nvSpPr>
        <p:spPr>
          <a:xfrm>
            <a:off x="5359307" y="3649016"/>
            <a:ext cx="8899597" cy="2217915"/>
          </a:xfrm>
          <a:prstGeom prst="rect">
            <a:avLst/>
          </a:prstGeom>
        </p:spPr>
        <p:txBody>
          <a:bodyPr vert="horz" wrap="square" lIns="0" tIns="17145" rIns="0" bIns="0" rtlCol="0">
            <a:spAutoFit/>
          </a:bodyPr>
          <a:lstStyle/>
          <a:p>
            <a:pPr marL="12700">
              <a:lnSpc>
                <a:spcPct val="100000"/>
              </a:lnSpc>
              <a:spcBef>
                <a:spcPts val="135"/>
              </a:spcBef>
            </a:pPr>
            <a:r>
              <a:rPr sz="14300" b="1" spc="-720" dirty="0" err="1">
                <a:solidFill>
                  <a:srgbClr val="FF5C1F"/>
                </a:solidFill>
                <a:latin typeface="Nirmala UI"/>
                <a:cs typeface="Nirmala UI"/>
              </a:rPr>
              <a:t>भारत</a:t>
            </a:r>
            <a:r>
              <a:rPr sz="14300" b="1" spc="270" dirty="0">
                <a:solidFill>
                  <a:srgbClr val="FF5C1F"/>
                </a:solidFill>
                <a:latin typeface="Nirmala UI"/>
                <a:cs typeface="Nirmala UI"/>
              </a:rPr>
              <a:t> </a:t>
            </a:r>
            <a:r>
              <a:rPr sz="14300" b="1" spc="-25" dirty="0">
                <a:solidFill>
                  <a:srgbClr val="FF5C1F"/>
                </a:solidFill>
                <a:latin typeface="Tahoma"/>
                <a:cs typeface="Tahoma"/>
              </a:rPr>
              <a:t>2.0</a:t>
            </a:r>
            <a:endParaRPr sz="14300" dirty="0">
              <a:latin typeface="Tahoma"/>
              <a:cs typeface="Tahoma"/>
            </a:endParaRPr>
          </a:p>
        </p:txBody>
      </p:sp>
      <p:grpSp>
        <p:nvGrpSpPr>
          <p:cNvPr id="11" name="object 11"/>
          <p:cNvGrpSpPr/>
          <p:nvPr/>
        </p:nvGrpSpPr>
        <p:grpSpPr>
          <a:xfrm>
            <a:off x="730511" y="74683"/>
            <a:ext cx="16639540" cy="6340475"/>
            <a:chOff x="899383" y="71388"/>
            <a:chExt cx="16639540" cy="6340475"/>
          </a:xfrm>
        </p:grpSpPr>
        <p:sp>
          <p:nvSpPr>
            <p:cNvPr id="12" name="object 12"/>
            <p:cNvSpPr/>
            <p:nvPr/>
          </p:nvSpPr>
          <p:spPr>
            <a:xfrm>
              <a:off x="10053791" y="3815654"/>
              <a:ext cx="1966595" cy="0"/>
            </a:xfrm>
            <a:custGeom>
              <a:avLst/>
              <a:gdLst/>
              <a:ahLst/>
              <a:cxnLst/>
              <a:rect l="l" t="t" r="r" b="b"/>
              <a:pathLst>
                <a:path w="1966595">
                  <a:moveTo>
                    <a:pt x="0" y="0"/>
                  </a:moveTo>
                  <a:lnTo>
                    <a:pt x="1966217" y="0"/>
                  </a:lnTo>
                </a:path>
              </a:pathLst>
            </a:custGeom>
            <a:ln w="40211">
              <a:solidFill>
                <a:srgbClr val="15752A"/>
              </a:solidFill>
            </a:ln>
          </p:spPr>
          <p:txBody>
            <a:bodyPr wrap="square" lIns="0" tIns="0" rIns="0" bIns="0" rtlCol="0"/>
            <a:lstStyle/>
            <a:p>
              <a:endParaRPr/>
            </a:p>
          </p:txBody>
        </p:sp>
        <p:pic>
          <p:nvPicPr>
            <p:cNvPr id="13" name="object 13"/>
            <p:cNvPicPr/>
            <p:nvPr/>
          </p:nvPicPr>
          <p:blipFill>
            <a:blip r:embed="rId3" cstate="print"/>
            <a:stretch>
              <a:fillRect/>
            </a:stretch>
          </p:blipFill>
          <p:spPr>
            <a:xfrm>
              <a:off x="8341909" y="6169789"/>
              <a:ext cx="217905" cy="217905"/>
            </a:xfrm>
            <a:prstGeom prst="rect">
              <a:avLst/>
            </a:prstGeom>
          </p:spPr>
        </p:pic>
        <p:pic>
          <p:nvPicPr>
            <p:cNvPr id="14" name="object 14"/>
            <p:cNvPicPr/>
            <p:nvPr/>
          </p:nvPicPr>
          <p:blipFill>
            <a:blip r:embed="rId4" cstate="print"/>
            <a:stretch>
              <a:fillRect/>
            </a:stretch>
          </p:blipFill>
          <p:spPr>
            <a:xfrm>
              <a:off x="9015467" y="6184809"/>
              <a:ext cx="222015" cy="226548"/>
            </a:xfrm>
            <a:prstGeom prst="rect">
              <a:avLst/>
            </a:prstGeom>
          </p:spPr>
        </p:pic>
        <p:pic>
          <p:nvPicPr>
            <p:cNvPr id="15" name="object 15"/>
            <p:cNvPicPr/>
            <p:nvPr/>
          </p:nvPicPr>
          <p:blipFill>
            <a:blip r:embed="rId5" cstate="print"/>
            <a:stretch>
              <a:fillRect/>
            </a:stretch>
          </p:blipFill>
          <p:spPr>
            <a:xfrm>
              <a:off x="9689180" y="6189514"/>
              <a:ext cx="217905" cy="217905"/>
            </a:xfrm>
            <a:prstGeom prst="rect">
              <a:avLst/>
            </a:prstGeom>
          </p:spPr>
        </p:pic>
        <p:pic>
          <p:nvPicPr>
            <p:cNvPr id="16" name="object 16"/>
            <p:cNvPicPr/>
            <p:nvPr/>
          </p:nvPicPr>
          <p:blipFill>
            <a:blip r:embed="rId6" cstate="print"/>
            <a:stretch>
              <a:fillRect/>
            </a:stretch>
          </p:blipFill>
          <p:spPr>
            <a:xfrm>
              <a:off x="899383" y="166056"/>
              <a:ext cx="1607009" cy="1623928"/>
            </a:xfrm>
            <a:prstGeom prst="rect">
              <a:avLst/>
            </a:prstGeom>
          </p:spPr>
        </p:pic>
        <p:pic>
          <p:nvPicPr>
            <p:cNvPr id="17" name="object 17"/>
            <p:cNvPicPr/>
            <p:nvPr/>
          </p:nvPicPr>
          <p:blipFill>
            <a:blip r:embed="rId7" cstate="print"/>
            <a:stretch>
              <a:fillRect/>
            </a:stretch>
          </p:blipFill>
          <p:spPr>
            <a:xfrm>
              <a:off x="15838393" y="118919"/>
              <a:ext cx="1700212" cy="1705952"/>
            </a:xfrm>
            <a:prstGeom prst="rect">
              <a:avLst/>
            </a:prstGeom>
          </p:spPr>
        </p:pic>
        <p:pic>
          <p:nvPicPr>
            <p:cNvPr id="18" name="object 18"/>
            <p:cNvPicPr/>
            <p:nvPr/>
          </p:nvPicPr>
          <p:blipFill>
            <a:blip r:embed="rId8" cstate="print"/>
            <a:stretch>
              <a:fillRect/>
            </a:stretch>
          </p:blipFill>
          <p:spPr>
            <a:xfrm>
              <a:off x="7885659" y="71388"/>
              <a:ext cx="2438399" cy="1800224"/>
            </a:xfrm>
            <a:prstGeom prst="rect">
              <a:avLst/>
            </a:prstGeom>
          </p:spPr>
        </p:pic>
      </p:grpSp>
      <p:sp>
        <p:nvSpPr>
          <p:cNvPr id="19" name="object 19"/>
          <p:cNvSpPr txBox="1"/>
          <p:nvPr/>
        </p:nvSpPr>
        <p:spPr>
          <a:xfrm>
            <a:off x="6017569" y="5691354"/>
            <a:ext cx="5956300" cy="351155"/>
          </a:xfrm>
          <a:prstGeom prst="rect">
            <a:avLst/>
          </a:prstGeom>
        </p:spPr>
        <p:txBody>
          <a:bodyPr vert="horz" wrap="square" lIns="0" tIns="17145" rIns="0" bIns="0" rtlCol="0">
            <a:spAutoFit/>
          </a:bodyPr>
          <a:lstStyle/>
          <a:p>
            <a:pPr marL="12700">
              <a:lnSpc>
                <a:spcPct val="100000"/>
              </a:lnSpc>
              <a:spcBef>
                <a:spcPts val="135"/>
              </a:spcBef>
            </a:pPr>
            <a:r>
              <a:rPr sz="2100" b="1" spc="-60" dirty="0">
                <a:solidFill>
                  <a:srgbClr val="212121"/>
                </a:solidFill>
                <a:latin typeface="Verdana"/>
                <a:cs typeface="Verdana"/>
              </a:rPr>
              <a:t>N</a:t>
            </a:r>
            <a:r>
              <a:rPr sz="2100" b="1" spc="-190" dirty="0">
                <a:solidFill>
                  <a:srgbClr val="212121"/>
                </a:solidFill>
                <a:latin typeface="Verdana"/>
                <a:cs typeface="Verdana"/>
              </a:rPr>
              <a:t> </a:t>
            </a:r>
            <a:r>
              <a:rPr sz="2100" b="1" spc="-40" dirty="0">
                <a:solidFill>
                  <a:srgbClr val="212121"/>
                </a:solidFill>
                <a:latin typeface="Verdana"/>
                <a:cs typeface="Verdana"/>
              </a:rPr>
              <a:t>A</a:t>
            </a:r>
            <a:r>
              <a:rPr sz="2100" b="1" spc="-190" dirty="0">
                <a:solidFill>
                  <a:srgbClr val="212121"/>
                </a:solidFill>
                <a:latin typeface="Verdana"/>
                <a:cs typeface="Verdana"/>
              </a:rPr>
              <a:t> </a:t>
            </a:r>
            <a:r>
              <a:rPr sz="2100" b="1" spc="-165" dirty="0">
                <a:solidFill>
                  <a:srgbClr val="212121"/>
                </a:solidFill>
                <a:latin typeface="Verdana"/>
                <a:cs typeface="Verdana"/>
              </a:rPr>
              <a:t>T</a:t>
            </a:r>
            <a:r>
              <a:rPr sz="2100" b="1" spc="-185" dirty="0">
                <a:solidFill>
                  <a:srgbClr val="212121"/>
                </a:solidFill>
                <a:latin typeface="Verdana"/>
                <a:cs typeface="Verdana"/>
              </a:rPr>
              <a:t> </a:t>
            </a:r>
            <a:r>
              <a:rPr sz="2100" b="1" spc="-475" dirty="0">
                <a:solidFill>
                  <a:srgbClr val="212121"/>
                </a:solidFill>
                <a:latin typeface="Verdana"/>
                <a:cs typeface="Verdana"/>
              </a:rPr>
              <a:t>I</a:t>
            </a:r>
            <a:r>
              <a:rPr sz="2100" b="1" spc="-185" dirty="0">
                <a:solidFill>
                  <a:srgbClr val="212121"/>
                </a:solidFill>
                <a:latin typeface="Verdana"/>
                <a:cs typeface="Verdana"/>
              </a:rPr>
              <a:t> </a:t>
            </a:r>
            <a:r>
              <a:rPr sz="2100" b="1" dirty="0">
                <a:solidFill>
                  <a:srgbClr val="212121"/>
                </a:solidFill>
                <a:latin typeface="Verdana"/>
                <a:cs typeface="Verdana"/>
              </a:rPr>
              <a:t>O</a:t>
            </a:r>
            <a:r>
              <a:rPr sz="2100" b="1" spc="-190" dirty="0">
                <a:solidFill>
                  <a:srgbClr val="212121"/>
                </a:solidFill>
                <a:latin typeface="Verdana"/>
                <a:cs typeface="Verdana"/>
              </a:rPr>
              <a:t> </a:t>
            </a:r>
            <a:r>
              <a:rPr sz="2100" b="1" spc="-60" dirty="0">
                <a:solidFill>
                  <a:srgbClr val="212121"/>
                </a:solidFill>
                <a:latin typeface="Verdana"/>
                <a:cs typeface="Verdana"/>
              </a:rPr>
              <a:t>N</a:t>
            </a:r>
            <a:r>
              <a:rPr sz="2100" b="1" spc="-190" dirty="0">
                <a:solidFill>
                  <a:srgbClr val="212121"/>
                </a:solidFill>
                <a:latin typeface="Verdana"/>
                <a:cs typeface="Verdana"/>
              </a:rPr>
              <a:t> </a:t>
            </a:r>
            <a:r>
              <a:rPr sz="2100" b="1" spc="-40" dirty="0">
                <a:solidFill>
                  <a:srgbClr val="212121"/>
                </a:solidFill>
                <a:latin typeface="Verdana"/>
                <a:cs typeface="Verdana"/>
              </a:rPr>
              <a:t>A</a:t>
            </a:r>
            <a:r>
              <a:rPr sz="2100" b="1" spc="-190" dirty="0">
                <a:solidFill>
                  <a:srgbClr val="212121"/>
                </a:solidFill>
                <a:latin typeface="Verdana"/>
                <a:cs typeface="Verdana"/>
              </a:rPr>
              <a:t> </a:t>
            </a:r>
            <a:r>
              <a:rPr sz="2100" b="1" dirty="0">
                <a:solidFill>
                  <a:srgbClr val="212121"/>
                </a:solidFill>
                <a:latin typeface="Verdana"/>
                <a:cs typeface="Verdana"/>
              </a:rPr>
              <a:t>L</a:t>
            </a:r>
            <a:r>
              <a:rPr sz="2100" b="1" spc="105" dirty="0">
                <a:solidFill>
                  <a:srgbClr val="212121"/>
                </a:solidFill>
                <a:latin typeface="Verdana"/>
                <a:cs typeface="Verdana"/>
              </a:rPr>
              <a:t>  </a:t>
            </a:r>
            <a:r>
              <a:rPr sz="2100" b="1" spc="-75" dirty="0">
                <a:solidFill>
                  <a:srgbClr val="212121"/>
                </a:solidFill>
                <a:latin typeface="Verdana"/>
                <a:cs typeface="Verdana"/>
              </a:rPr>
              <a:t>L</a:t>
            </a:r>
            <a:r>
              <a:rPr sz="2100" b="1" spc="-185" dirty="0">
                <a:solidFill>
                  <a:srgbClr val="212121"/>
                </a:solidFill>
                <a:latin typeface="Verdana"/>
                <a:cs typeface="Verdana"/>
              </a:rPr>
              <a:t> </a:t>
            </a:r>
            <a:r>
              <a:rPr sz="2100" b="1" spc="-20" dirty="0">
                <a:solidFill>
                  <a:srgbClr val="212121"/>
                </a:solidFill>
                <a:latin typeface="Verdana"/>
                <a:cs typeface="Verdana"/>
              </a:rPr>
              <a:t>E</a:t>
            </a:r>
            <a:r>
              <a:rPr sz="2100" b="1" spc="-185" dirty="0">
                <a:solidFill>
                  <a:srgbClr val="212121"/>
                </a:solidFill>
                <a:latin typeface="Verdana"/>
                <a:cs typeface="Verdana"/>
              </a:rPr>
              <a:t> </a:t>
            </a:r>
            <a:r>
              <a:rPr sz="2100" b="1" spc="-55" dirty="0">
                <a:solidFill>
                  <a:srgbClr val="212121"/>
                </a:solidFill>
                <a:latin typeface="Verdana"/>
                <a:cs typeface="Verdana"/>
              </a:rPr>
              <a:t>V</a:t>
            </a:r>
            <a:r>
              <a:rPr sz="2100" b="1" spc="-190" dirty="0">
                <a:solidFill>
                  <a:srgbClr val="212121"/>
                </a:solidFill>
                <a:latin typeface="Verdana"/>
                <a:cs typeface="Verdana"/>
              </a:rPr>
              <a:t> </a:t>
            </a:r>
            <a:r>
              <a:rPr sz="2100" b="1" spc="-20" dirty="0">
                <a:solidFill>
                  <a:srgbClr val="212121"/>
                </a:solidFill>
                <a:latin typeface="Verdana"/>
                <a:cs typeface="Verdana"/>
              </a:rPr>
              <a:t>E</a:t>
            </a:r>
            <a:r>
              <a:rPr sz="2100" b="1" spc="-185" dirty="0">
                <a:solidFill>
                  <a:srgbClr val="212121"/>
                </a:solidFill>
                <a:latin typeface="Verdana"/>
                <a:cs typeface="Verdana"/>
              </a:rPr>
              <a:t> </a:t>
            </a:r>
            <a:r>
              <a:rPr sz="2100" b="1" dirty="0">
                <a:solidFill>
                  <a:srgbClr val="212121"/>
                </a:solidFill>
                <a:latin typeface="Verdana"/>
                <a:cs typeface="Verdana"/>
              </a:rPr>
              <a:t>L</a:t>
            </a:r>
            <a:r>
              <a:rPr sz="2100" b="1" spc="110" dirty="0">
                <a:solidFill>
                  <a:srgbClr val="212121"/>
                </a:solidFill>
                <a:latin typeface="Verdana"/>
                <a:cs typeface="Verdana"/>
              </a:rPr>
              <a:t>  </a:t>
            </a:r>
            <a:r>
              <a:rPr sz="2100" b="1" spc="-45" dirty="0">
                <a:solidFill>
                  <a:srgbClr val="212121"/>
                </a:solidFill>
                <a:latin typeface="Verdana"/>
                <a:cs typeface="Verdana"/>
              </a:rPr>
              <a:t>H</a:t>
            </a:r>
            <a:r>
              <a:rPr sz="2100" b="1" spc="-190" dirty="0">
                <a:solidFill>
                  <a:srgbClr val="212121"/>
                </a:solidFill>
                <a:latin typeface="Verdana"/>
                <a:cs typeface="Verdana"/>
              </a:rPr>
              <a:t> </a:t>
            </a:r>
            <a:r>
              <a:rPr sz="2100" b="1" spc="-40" dirty="0">
                <a:solidFill>
                  <a:srgbClr val="212121"/>
                </a:solidFill>
                <a:latin typeface="Verdana"/>
                <a:cs typeface="Verdana"/>
              </a:rPr>
              <a:t>A</a:t>
            </a:r>
            <a:r>
              <a:rPr sz="2100" b="1" spc="-190" dirty="0">
                <a:solidFill>
                  <a:srgbClr val="212121"/>
                </a:solidFill>
                <a:latin typeface="Verdana"/>
                <a:cs typeface="Verdana"/>
              </a:rPr>
              <a:t> </a:t>
            </a:r>
            <a:r>
              <a:rPr sz="2100" b="1" dirty="0">
                <a:solidFill>
                  <a:srgbClr val="212121"/>
                </a:solidFill>
                <a:latin typeface="Verdana"/>
                <a:cs typeface="Verdana"/>
              </a:rPr>
              <a:t>C</a:t>
            </a:r>
            <a:r>
              <a:rPr sz="2100" b="1" spc="-190" dirty="0">
                <a:solidFill>
                  <a:srgbClr val="212121"/>
                </a:solidFill>
                <a:latin typeface="Verdana"/>
                <a:cs typeface="Verdana"/>
              </a:rPr>
              <a:t> </a:t>
            </a:r>
            <a:r>
              <a:rPr sz="2100" b="1" spc="-90" dirty="0">
                <a:solidFill>
                  <a:srgbClr val="212121"/>
                </a:solidFill>
                <a:latin typeface="Verdana"/>
                <a:cs typeface="Verdana"/>
              </a:rPr>
              <a:t>K</a:t>
            </a:r>
            <a:r>
              <a:rPr sz="2100" b="1" spc="-190" dirty="0">
                <a:solidFill>
                  <a:srgbClr val="212121"/>
                </a:solidFill>
                <a:latin typeface="Verdana"/>
                <a:cs typeface="Verdana"/>
              </a:rPr>
              <a:t> </a:t>
            </a:r>
            <a:r>
              <a:rPr sz="2100" b="1" spc="-40" dirty="0">
                <a:solidFill>
                  <a:srgbClr val="212121"/>
                </a:solidFill>
                <a:latin typeface="Verdana"/>
                <a:cs typeface="Verdana"/>
              </a:rPr>
              <a:t>A</a:t>
            </a:r>
            <a:r>
              <a:rPr sz="2100" b="1" spc="-190" dirty="0">
                <a:solidFill>
                  <a:srgbClr val="212121"/>
                </a:solidFill>
                <a:latin typeface="Verdana"/>
                <a:cs typeface="Verdana"/>
              </a:rPr>
              <a:t> </a:t>
            </a:r>
            <a:r>
              <a:rPr sz="2100" b="1" spc="-165" dirty="0">
                <a:solidFill>
                  <a:srgbClr val="212121"/>
                </a:solidFill>
                <a:latin typeface="Verdana"/>
                <a:cs typeface="Verdana"/>
              </a:rPr>
              <a:t>T</a:t>
            </a:r>
            <a:r>
              <a:rPr sz="2100" b="1" spc="-185" dirty="0">
                <a:solidFill>
                  <a:srgbClr val="212121"/>
                </a:solidFill>
                <a:latin typeface="Verdana"/>
                <a:cs typeface="Verdana"/>
              </a:rPr>
              <a:t> </a:t>
            </a:r>
            <a:r>
              <a:rPr sz="2100" b="1" spc="-45" dirty="0">
                <a:solidFill>
                  <a:srgbClr val="212121"/>
                </a:solidFill>
                <a:latin typeface="Verdana"/>
                <a:cs typeface="Verdana"/>
              </a:rPr>
              <a:t>H</a:t>
            </a:r>
            <a:r>
              <a:rPr sz="2100" b="1" spc="-190" dirty="0">
                <a:solidFill>
                  <a:srgbClr val="212121"/>
                </a:solidFill>
                <a:latin typeface="Verdana"/>
                <a:cs typeface="Verdana"/>
              </a:rPr>
              <a:t> </a:t>
            </a:r>
            <a:r>
              <a:rPr sz="2100" b="1" dirty="0">
                <a:solidFill>
                  <a:srgbClr val="212121"/>
                </a:solidFill>
                <a:latin typeface="Verdana"/>
                <a:cs typeface="Verdana"/>
              </a:rPr>
              <a:t>O</a:t>
            </a:r>
            <a:r>
              <a:rPr sz="2100" b="1" spc="-190" dirty="0">
                <a:solidFill>
                  <a:srgbClr val="212121"/>
                </a:solidFill>
                <a:latin typeface="Verdana"/>
                <a:cs typeface="Verdana"/>
              </a:rPr>
              <a:t> </a:t>
            </a:r>
            <a:r>
              <a:rPr sz="2100" b="1" spc="-50" dirty="0">
                <a:solidFill>
                  <a:srgbClr val="212121"/>
                </a:solidFill>
                <a:latin typeface="Verdana"/>
                <a:cs typeface="Verdana"/>
              </a:rPr>
              <a:t>N</a:t>
            </a:r>
            <a:endParaRPr sz="2100" dirty="0">
              <a:latin typeface="Verdana"/>
              <a:cs typeface="Verdana"/>
            </a:endParaRPr>
          </a:p>
        </p:txBody>
      </p:sp>
      <p:sp>
        <p:nvSpPr>
          <p:cNvPr id="21" name="object 21"/>
          <p:cNvSpPr txBox="1">
            <a:spLocks noGrp="1"/>
          </p:cNvSpPr>
          <p:nvPr>
            <p:ph type="ftr" sz="quarter" idx="5"/>
          </p:nvPr>
        </p:nvSpPr>
        <p:spPr>
          <a:prstGeom prst="rect">
            <a:avLst/>
          </a:prstGeom>
        </p:spPr>
        <p:txBody>
          <a:bodyPr vert="horz" wrap="square" lIns="0" tIns="8255" rIns="0" bIns="0" rtlCol="0">
            <a:spAutoFit/>
          </a:bodyPr>
          <a:lstStyle/>
          <a:p>
            <a:pPr marL="12700">
              <a:lnSpc>
                <a:spcPct val="100000"/>
              </a:lnSpc>
              <a:spcBef>
                <a:spcPts val="65"/>
              </a:spcBef>
            </a:pPr>
            <a:r>
              <a:rPr dirty="0"/>
              <a:t>B</a:t>
            </a:r>
            <a:r>
              <a:rPr spc="-160" dirty="0"/>
              <a:t> </a:t>
            </a:r>
            <a:r>
              <a:rPr spc="-30" dirty="0"/>
              <a:t>U</a:t>
            </a:r>
            <a:r>
              <a:rPr spc="-160" dirty="0"/>
              <a:t> </a:t>
            </a:r>
            <a:r>
              <a:rPr spc="-420" dirty="0"/>
              <a:t>I</a:t>
            </a:r>
            <a:r>
              <a:rPr spc="-160" dirty="0"/>
              <a:t> </a:t>
            </a:r>
            <a:r>
              <a:rPr spc="-65" dirty="0"/>
              <a:t>L</a:t>
            </a:r>
            <a:r>
              <a:rPr spc="-155" dirty="0"/>
              <a:t> </a:t>
            </a:r>
            <a:r>
              <a:rPr spc="-50" dirty="0"/>
              <a:t>D</a:t>
            </a:r>
          </a:p>
        </p:txBody>
      </p:sp>
      <p:sp>
        <p:nvSpPr>
          <p:cNvPr id="22" name="object 22"/>
          <p:cNvSpPr txBox="1">
            <a:spLocks noGrp="1"/>
          </p:cNvSpPr>
          <p:nvPr>
            <p:ph type="dt" sz="half" idx="6"/>
          </p:nvPr>
        </p:nvSpPr>
        <p:spPr>
          <a:prstGeom prst="rect">
            <a:avLst/>
          </a:prstGeom>
        </p:spPr>
        <p:txBody>
          <a:bodyPr vert="horz" wrap="square" lIns="0" tIns="8255" rIns="0" bIns="0" rtlCol="0">
            <a:spAutoFit/>
          </a:bodyPr>
          <a:lstStyle/>
          <a:p>
            <a:pPr marL="12700">
              <a:lnSpc>
                <a:spcPct val="100000"/>
              </a:lnSpc>
              <a:spcBef>
                <a:spcPts val="65"/>
              </a:spcBef>
            </a:pPr>
            <a:r>
              <a:rPr dirty="0"/>
              <a:t>W</a:t>
            </a:r>
            <a:r>
              <a:rPr spc="-180" dirty="0"/>
              <a:t> </a:t>
            </a:r>
            <a:r>
              <a:rPr spc="-420" dirty="0"/>
              <a:t>I</a:t>
            </a:r>
            <a:r>
              <a:rPr spc="-150" dirty="0"/>
              <a:t> </a:t>
            </a:r>
            <a:r>
              <a:rPr spc="-145" dirty="0"/>
              <a:t>T </a:t>
            </a:r>
            <a:r>
              <a:rPr spc="-50" dirty="0"/>
              <a:t>H</a:t>
            </a:r>
          </a:p>
        </p:txBody>
      </p:sp>
      <p:sp>
        <p:nvSpPr>
          <p:cNvPr id="23" name="object 23"/>
          <p:cNvSpPr txBox="1"/>
          <p:nvPr/>
        </p:nvSpPr>
        <p:spPr>
          <a:xfrm>
            <a:off x="9548127" y="9737490"/>
            <a:ext cx="1195070" cy="316230"/>
          </a:xfrm>
          <a:prstGeom prst="rect">
            <a:avLst/>
          </a:prstGeom>
        </p:spPr>
        <p:txBody>
          <a:bodyPr vert="horz" wrap="square" lIns="0" tIns="8255" rIns="0" bIns="0" rtlCol="0">
            <a:spAutoFit/>
          </a:bodyPr>
          <a:lstStyle/>
          <a:p>
            <a:pPr marL="12700">
              <a:lnSpc>
                <a:spcPct val="100000"/>
              </a:lnSpc>
              <a:spcBef>
                <a:spcPts val="65"/>
              </a:spcBef>
            </a:pPr>
            <a:r>
              <a:rPr sz="1850" b="1" dirty="0">
                <a:solidFill>
                  <a:srgbClr val="FF5C1F"/>
                </a:solidFill>
                <a:latin typeface="Nirmala UI"/>
                <a:cs typeface="Nirmala UI"/>
              </a:rPr>
              <a:t>भा</a:t>
            </a:r>
            <a:r>
              <a:rPr sz="1850" b="1" spc="-130" dirty="0">
                <a:solidFill>
                  <a:srgbClr val="FF5C1F"/>
                </a:solidFill>
                <a:latin typeface="Nirmala UI"/>
                <a:cs typeface="Nirmala UI"/>
              </a:rPr>
              <a:t> </a:t>
            </a:r>
            <a:r>
              <a:rPr sz="1850" b="1" spc="-170" dirty="0">
                <a:solidFill>
                  <a:srgbClr val="FF5C1F"/>
                </a:solidFill>
                <a:latin typeface="Nirmala UI"/>
                <a:cs typeface="Nirmala UI"/>
              </a:rPr>
              <a:t>र</a:t>
            </a:r>
            <a:r>
              <a:rPr sz="1850" b="1" spc="-45" dirty="0">
                <a:solidFill>
                  <a:srgbClr val="FF5C1F"/>
                </a:solidFill>
                <a:latin typeface="Nirmala UI"/>
                <a:cs typeface="Nirmala UI"/>
              </a:rPr>
              <a:t> </a:t>
            </a:r>
            <a:r>
              <a:rPr sz="1850" b="1" dirty="0">
                <a:solidFill>
                  <a:srgbClr val="FF5C1F"/>
                </a:solidFill>
                <a:latin typeface="Nirmala UI"/>
                <a:cs typeface="Nirmala UI"/>
              </a:rPr>
              <a:t>त</a:t>
            </a:r>
            <a:r>
              <a:rPr sz="1850" b="1" spc="-100" dirty="0">
                <a:solidFill>
                  <a:srgbClr val="FF5C1F"/>
                </a:solidFill>
                <a:latin typeface="Nirmala UI"/>
                <a:cs typeface="Nirmala UI"/>
              </a:rPr>
              <a:t> </a:t>
            </a:r>
            <a:r>
              <a:rPr sz="1850" b="1" dirty="0">
                <a:solidFill>
                  <a:srgbClr val="FF5C1F"/>
                </a:solidFill>
                <a:latin typeface="Tahoma"/>
                <a:cs typeface="Tahoma"/>
              </a:rPr>
              <a:t>2</a:t>
            </a:r>
            <a:r>
              <a:rPr sz="1850" b="1" spc="-90" dirty="0">
                <a:solidFill>
                  <a:srgbClr val="FF5C1F"/>
                </a:solidFill>
                <a:latin typeface="Tahoma"/>
                <a:cs typeface="Tahoma"/>
              </a:rPr>
              <a:t> </a:t>
            </a:r>
            <a:r>
              <a:rPr sz="1850" b="1" spc="-95" dirty="0">
                <a:solidFill>
                  <a:srgbClr val="FF5C1F"/>
                </a:solidFill>
                <a:latin typeface="Tahoma"/>
                <a:cs typeface="Tahoma"/>
              </a:rPr>
              <a:t>.</a:t>
            </a:r>
            <a:r>
              <a:rPr sz="1850" b="1" spc="-100" dirty="0">
                <a:solidFill>
                  <a:srgbClr val="FF5C1F"/>
                </a:solidFill>
                <a:latin typeface="Tahoma"/>
                <a:cs typeface="Tahoma"/>
              </a:rPr>
              <a:t> </a:t>
            </a:r>
            <a:r>
              <a:rPr sz="1850" b="1" spc="40" dirty="0">
                <a:solidFill>
                  <a:srgbClr val="FF5C1F"/>
                </a:solidFill>
                <a:latin typeface="Tahoma"/>
                <a:cs typeface="Tahoma"/>
              </a:rPr>
              <a:t>0</a:t>
            </a:r>
            <a:endParaRPr sz="1850">
              <a:latin typeface="Tahoma"/>
              <a:cs typeface="Tahoma"/>
            </a:endParaRPr>
          </a:p>
        </p:txBody>
      </p:sp>
      <p:sp>
        <p:nvSpPr>
          <p:cNvPr id="20" name="object 20"/>
          <p:cNvSpPr txBox="1"/>
          <p:nvPr/>
        </p:nvSpPr>
        <p:spPr>
          <a:xfrm>
            <a:off x="1485125" y="6463827"/>
            <a:ext cx="15021188" cy="3035446"/>
          </a:xfrm>
          <a:prstGeom prst="rect">
            <a:avLst/>
          </a:prstGeom>
        </p:spPr>
        <p:txBody>
          <a:bodyPr vert="horz" wrap="square" lIns="0" tIns="217170" rIns="0" bIns="0" rtlCol="0">
            <a:spAutoFit/>
          </a:bodyPr>
          <a:lstStyle/>
          <a:p>
            <a:pPr lvl="0"/>
            <a:r>
              <a:rPr sz="2500" b="1" dirty="0">
                <a:solidFill>
                  <a:srgbClr val="212121"/>
                </a:solidFill>
                <a:latin typeface="Verdana"/>
                <a:cs typeface="Verdana"/>
              </a:rPr>
              <a:t>T E A M  N A M E :</a:t>
            </a:r>
            <a:r>
              <a:rPr lang="en-US" sz="2500" b="1" dirty="0">
                <a:solidFill>
                  <a:srgbClr val="212121"/>
                </a:solidFill>
                <a:latin typeface="Verdana"/>
                <a:cs typeface="Verdana"/>
              </a:rPr>
              <a:t>  </a:t>
            </a:r>
            <a:r>
              <a:rPr lang="en-US" sz="2800" dirty="0">
                <a:solidFill>
                  <a:srgbClr val="212121"/>
                </a:solidFill>
                <a:latin typeface="Verdana"/>
                <a:cs typeface="Verdana"/>
              </a:rPr>
              <a:t>Rescue Mesh</a:t>
            </a:r>
            <a:endParaRPr sz="2800" dirty="0">
              <a:latin typeface="Verdana"/>
              <a:cs typeface="Verdana"/>
            </a:endParaRPr>
          </a:p>
          <a:p>
            <a:pPr marL="12700" marR="5080" algn="l">
              <a:spcBef>
                <a:spcPts val="240"/>
              </a:spcBef>
            </a:pPr>
            <a:r>
              <a:rPr sz="2500" b="1" dirty="0">
                <a:solidFill>
                  <a:srgbClr val="212121"/>
                </a:solidFill>
                <a:latin typeface="Verdana"/>
                <a:cs typeface="Verdana"/>
              </a:rPr>
              <a:t>P R O B L E M  S T A T E M E N T :</a:t>
            </a:r>
            <a:r>
              <a:rPr lang="en-IN" sz="2500" b="1" dirty="0">
                <a:solidFill>
                  <a:srgbClr val="212121"/>
                </a:solidFill>
                <a:latin typeface="Verdana"/>
                <a:cs typeface="Verdana"/>
              </a:rPr>
              <a:t>  </a:t>
            </a:r>
            <a:r>
              <a:rPr lang="en-IN" sz="2800" dirty="0"/>
              <a:t>Autonomous Post-Disaster Survivor Localization and Resilient Mesh Communication in Zero-Infrastructure Collapse Zones.</a:t>
            </a:r>
            <a:endParaRPr lang="en-IN" sz="2800" b="1" dirty="0">
              <a:solidFill>
                <a:srgbClr val="212121"/>
              </a:solidFill>
              <a:latin typeface="Verdana"/>
            </a:endParaRPr>
          </a:p>
          <a:p>
            <a:pPr marL="12700" marR="5080" algn="l">
              <a:spcBef>
                <a:spcPts val="240"/>
              </a:spcBef>
            </a:pPr>
            <a:r>
              <a:rPr lang="en-IN" sz="2500" b="1" dirty="0">
                <a:solidFill>
                  <a:srgbClr val="212121"/>
                </a:solidFill>
                <a:latin typeface="Verdana"/>
                <a:cs typeface="Verdana"/>
              </a:rPr>
              <a:t>T E A M  </a:t>
            </a:r>
            <a:r>
              <a:rPr lang="en-IN" sz="2500" b="1" dirty="0" err="1">
                <a:solidFill>
                  <a:srgbClr val="212121"/>
                </a:solidFill>
                <a:latin typeface="Verdana"/>
                <a:cs typeface="Verdana"/>
              </a:rPr>
              <a:t>M</a:t>
            </a:r>
            <a:r>
              <a:rPr lang="en-IN" sz="2500" b="1" dirty="0">
                <a:solidFill>
                  <a:srgbClr val="212121"/>
                </a:solidFill>
                <a:latin typeface="Verdana"/>
                <a:cs typeface="Verdana"/>
              </a:rPr>
              <a:t> E M B E R S :  </a:t>
            </a:r>
            <a:r>
              <a:rPr lang="en-IN" sz="2800" dirty="0">
                <a:solidFill>
                  <a:srgbClr val="212121"/>
                </a:solidFill>
                <a:latin typeface="Verdana"/>
                <a:cs typeface="Verdana"/>
              </a:rPr>
              <a:t>1. M </a:t>
            </a:r>
            <a:r>
              <a:rPr lang="en-IN" sz="2800" dirty="0" err="1">
                <a:solidFill>
                  <a:srgbClr val="212121"/>
                </a:solidFill>
                <a:latin typeface="Verdana"/>
                <a:cs typeface="Verdana"/>
              </a:rPr>
              <a:t>Shamvas</a:t>
            </a:r>
            <a:r>
              <a:rPr lang="en-IN" sz="2800" dirty="0">
                <a:solidFill>
                  <a:srgbClr val="212121"/>
                </a:solidFill>
                <a:latin typeface="Verdana"/>
                <a:cs typeface="Verdana"/>
              </a:rPr>
              <a:t> Raja 2. K Lokeshwaran 3. S Priya Dharshan</a:t>
            </a:r>
          </a:p>
          <a:p>
            <a:pPr marL="12700" marR="5080" algn="ctr">
              <a:spcBef>
                <a:spcPts val="240"/>
              </a:spcBef>
            </a:pPr>
            <a:r>
              <a:rPr lang="en-IN" sz="2800" dirty="0">
                <a:solidFill>
                  <a:srgbClr val="212121"/>
                </a:solidFill>
                <a:latin typeface="Verdana"/>
                <a:cs typeface="Verdana"/>
              </a:rPr>
              <a:t>       4. M Nithish Kumar 5. N S </a:t>
            </a:r>
            <a:r>
              <a:rPr lang="en-IN" sz="2800" dirty="0" err="1">
                <a:solidFill>
                  <a:srgbClr val="212121"/>
                </a:solidFill>
                <a:latin typeface="Verdana"/>
                <a:cs typeface="Verdana"/>
              </a:rPr>
              <a:t>Geethalaxmi</a:t>
            </a:r>
            <a:endParaRPr sz="2800" dirty="0">
              <a:latin typeface="Verdana"/>
              <a:cs typeface="Verdana"/>
            </a:endParaRPr>
          </a:p>
          <a:p>
            <a:pPr marL="12700">
              <a:spcBef>
                <a:spcPts val="1150"/>
              </a:spcBef>
            </a:pPr>
            <a:r>
              <a:rPr sz="2500" b="1" dirty="0">
                <a:solidFill>
                  <a:srgbClr val="212121"/>
                </a:solidFill>
                <a:latin typeface="Verdana"/>
                <a:cs typeface="Verdana"/>
              </a:rPr>
              <a:t>C O L L E G E :</a:t>
            </a:r>
            <a:r>
              <a:rPr lang="en-US" sz="2500" b="1" dirty="0">
                <a:solidFill>
                  <a:srgbClr val="212121"/>
                </a:solidFill>
                <a:latin typeface="Verdana"/>
                <a:cs typeface="Verdana"/>
              </a:rPr>
              <a:t>  </a:t>
            </a:r>
            <a:r>
              <a:rPr lang="en-US" sz="2800" dirty="0">
                <a:solidFill>
                  <a:srgbClr val="212121"/>
                </a:solidFill>
                <a:latin typeface="Verdana"/>
                <a:cs typeface="Verdana"/>
              </a:rPr>
              <a:t>CHENNAI INSTITUTE OF TECHNOLOGY</a:t>
            </a:r>
            <a:endParaRPr sz="2500" dirty="0">
              <a:latin typeface="Verdana"/>
              <a:cs typeface="Verdan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447092" y="1713543"/>
            <a:ext cx="190500" cy="991869"/>
          </a:xfrm>
          <a:custGeom>
            <a:avLst/>
            <a:gdLst/>
            <a:ahLst/>
            <a:cxnLst/>
            <a:rect l="l" t="t" r="r" b="b"/>
            <a:pathLst>
              <a:path w="190500" h="991869">
                <a:moveTo>
                  <a:pt x="190499" y="0"/>
                </a:moveTo>
                <a:lnTo>
                  <a:pt x="190499" y="991268"/>
                </a:lnTo>
                <a:lnTo>
                  <a:pt x="0" y="991268"/>
                </a:lnTo>
                <a:lnTo>
                  <a:pt x="0" y="0"/>
                </a:lnTo>
                <a:lnTo>
                  <a:pt x="190499" y="0"/>
                </a:lnTo>
                <a:close/>
              </a:path>
            </a:pathLst>
          </a:custGeom>
          <a:solidFill>
            <a:srgbClr val="FF5C1F"/>
          </a:solidFill>
        </p:spPr>
        <p:txBody>
          <a:bodyPr wrap="square" lIns="0" tIns="0" rIns="0" bIns="0" rtlCol="0"/>
          <a:lstStyle/>
          <a:p>
            <a:endParaRPr/>
          </a:p>
        </p:txBody>
      </p:sp>
      <p:grpSp>
        <p:nvGrpSpPr>
          <p:cNvPr id="3" name="object 3"/>
          <p:cNvGrpSpPr/>
          <p:nvPr/>
        </p:nvGrpSpPr>
        <p:grpSpPr>
          <a:xfrm>
            <a:off x="4089949" y="0"/>
            <a:ext cx="13829665" cy="10287000"/>
            <a:chOff x="4089949" y="0"/>
            <a:chExt cx="13829665" cy="10287000"/>
          </a:xfrm>
        </p:grpSpPr>
        <p:pic>
          <p:nvPicPr>
            <p:cNvPr id="4" name="object 4"/>
            <p:cNvPicPr/>
            <p:nvPr/>
          </p:nvPicPr>
          <p:blipFill>
            <a:blip r:embed="rId2" cstate="print"/>
            <a:stretch>
              <a:fillRect/>
            </a:stretch>
          </p:blipFill>
          <p:spPr>
            <a:xfrm>
              <a:off x="4089949" y="0"/>
              <a:ext cx="10286999" cy="10286999"/>
            </a:xfrm>
            <a:prstGeom prst="rect">
              <a:avLst/>
            </a:prstGeom>
          </p:spPr>
        </p:pic>
        <p:sp>
          <p:nvSpPr>
            <p:cNvPr id="5" name="object 5"/>
            <p:cNvSpPr/>
            <p:nvPr/>
          </p:nvSpPr>
          <p:spPr>
            <a:xfrm>
              <a:off x="10877131" y="2194519"/>
              <a:ext cx="6921500" cy="0"/>
            </a:xfrm>
            <a:custGeom>
              <a:avLst/>
              <a:gdLst/>
              <a:ahLst/>
              <a:cxnLst/>
              <a:rect l="l" t="t" r="r" b="b"/>
              <a:pathLst>
                <a:path w="6921500">
                  <a:moveTo>
                    <a:pt x="0" y="0"/>
                  </a:moveTo>
                  <a:lnTo>
                    <a:pt x="6920876" y="0"/>
                  </a:lnTo>
                </a:path>
              </a:pathLst>
            </a:custGeom>
            <a:ln w="85724">
              <a:solidFill>
                <a:srgbClr val="FF5C1F"/>
              </a:solidFill>
            </a:ln>
          </p:spPr>
          <p:txBody>
            <a:bodyPr wrap="square" lIns="0" tIns="0" rIns="0" bIns="0" rtlCol="0"/>
            <a:lstStyle/>
            <a:p>
              <a:endParaRPr/>
            </a:p>
          </p:txBody>
        </p:sp>
        <p:sp>
          <p:nvSpPr>
            <p:cNvPr id="6" name="object 6"/>
            <p:cNvSpPr/>
            <p:nvPr/>
          </p:nvSpPr>
          <p:spPr>
            <a:xfrm>
              <a:off x="17656481" y="2063155"/>
              <a:ext cx="262890" cy="262890"/>
            </a:xfrm>
            <a:custGeom>
              <a:avLst/>
              <a:gdLst/>
              <a:ahLst/>
              <a:cxnLst/>
              <a:rect l="l" t="t" r="r" b="b"/>
              <a:pathLst>
                <a:path w="262890" h="262889">
                  <a:moveTo>
                    <a:pt x="131363" y="262727"/>
                  </a:moveTo>
                  <a:lnTo>
                    <a:pt x="80230" y="252404"/>
                  </a:lnTo>
                  <a:lnTo>
                    <a:pt x="38475" y="224252"/>
                  </a:lnTo>
                  <a:lnTo>
                    <a:pt x="10323" y="182496"/>
                  </a:lnTo>
                  <a:lnTo>
                    <a:pt x="0" y="131363"/>
                  </a:lnTo>
                  <a:lnTo>
                    <a:pt x="10323" y="80231"/>
                  </a:lnTo>
                  <a:lnTo>
                    <a:pt x="38475" y="38475"/>
                  </a:lnTo>
                  <a:lnTo>
                    <a:pt x="80230" y="10323"/>
                  </a:lnTo>
                  <a:lnTo>
                    <a:pt x="131363" y="0"/>
                  </a:lnTo>
                  <a:lnTo>
                    <a:pt x="182496" y="10323"/>
                  </a:lnTo>
                  <a:lnTo>
                    <a:pt x="224252" y="38475"/>
                  </a:lnTo>
                  <a:lnTo>
                    <a:pt x="252404" y="80231"/>
                  </a:lnTo>
                  <a:lnTo>
                    <a:pt x="262727" y="131363"/>
                  </a:lnTo>
                  <a:lnTo>
                    <a:pt x="252404" y="182496"/>
                  </a:lnTo>
                  <a:lnTo>
                    <a:pt x="224252" y="224252"/>
                  </a:lnTo>
                  <a:lnTo>
                    <a:pt x="182496" y="252404"/>
                  </a:lnTo>
                  <a:lnTo>
                    <a:pt x="131363" y="262727"/>
                  </a:lnTo>
                  <a:close/>
                </a:path>
              </a:pathLst>
            </a:custGeom>
            <a:solidFill>
              <a:srgbClr val="FF5C1F"/>
            </a:solidFill>
          </p:spPr>
          <p:txBody>
            <a:bodyPr wrap="square" lIns="0" tIns="0" rIns="0" bIns="0" rtlCol="0"/>
            <a:lstStyle/>
            <a:p>
              <a:endParaRPr/>
            </a:p>
          </p:txBody>
        </p:sp>
      </p:grpSp>
      <p:sp>
        <p:nvSpPr>
          <p:cNvPr id="7" name="object 7" descr="$PPTXTitle"/>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315" dirty="0"/>
              <a:t>PROBLEM</a:t>
            </a:r>
            <a:r>
              <a:rPr spc="-40" dirty="0"/>
              <a:t> </a:t>
            </a:r>
            <a:r>
              <a:rPr spc="165" dirty="0"/>
              <a:t>STATEMENT</a:t>
            </a:r>
          </a:p>
        </p:txBody>
      </p:sp>
      <p:grpSp>
        <p:nvGrpSpPr>
          <p:cNvPr id="8" name="object 8"/>
          <p:cNvGrpSpPr/>
          <p:nvPr/>
        </p:nvGrpSpPr>
        <p:grpSpPr>
          <a:xfrm>
            <a:off x="557530" y="71388"/>
            <a:ext cx="17099280" cy="9886315"/>
            <a:chOff x="557530" y="71388"/>
            <a:chExt cx="17099280" cy="9886315"/>
          </a:xfrm>
        </p:grpSpPr>
        <p:sp>
          <p:nvSpPr>
            <p:cNvPr id="9" name="object 9"/>
            <p:cNvSpPr/>
            <p:nvPr/>
          </p:nvSpPr>
          <p:spPr>
            <a:xfrm>
              <a:off x="10855980" y="9909534"/>
              <a:ext cx="6800850" cy="0"/>
            </a:xfrm>
            <a:custGeom>
              <a:avLst/>
              <a:gdLst/>
              <a:ahLst/>
              <a:cxnLst/>
              <a:rect l="l" t="t" r="r" b="b"/>
              <a:pathLst>
                <a:path w="6800850">
                  <a:moveTo>
                    <a:pt x="0" y="0"/>
                  </a:moveTo>
                  <a:lnTo>
                    <a:pt x="6800500" y="0"/>
                  </a:lnTo>
                </a:path>
              </a:pathLst>
            </a:custGeom>
            <a:ln w="95249">
              <a:solidFill>
                <a:srgbClr val="15752A"/>
              </a:solidFill>
            </a:ln>
          </p:spPr>
          <p:txBody>
            <a:bodyPr wrap="square" lIns="0" tIns="0" rIns="0" bIns="0" rtlCol="0"/>
            <a:lstStyle/>
            <a:p>
              <a:endParaRPr/>
            </a:p>
          </p:txBody>
        </p:sp>
        <p:sp>
          <p:nvSpPr>
            <p:cNvPr id="10" name="object 10"/>
            <p:cNvSpPr/>
            <p:nvPr/>
          </p:nvSpPr>
          <p:spPr>
            <a:xfrm>
              <a:off x="557530" y="9909534"/>
              <a:ext cx="6633845" cy="0"/>
            </a:xfrm>
            <a:custGeom>
              <a:avLst/>
              <a:gdLst/>
              <a:ahLst/>
              <a:cxnLst/>
              <a:rect l="l" t="t" r="r" b="b"/>
              <a:pathLst>
                <a:path w="6633845">
                  <a:moveTo>
                    <a:pt x="0" y="0"/>
                  </a:moveTo>
                  <a:lnTo>
                    <a:pt x="6633806" y="0"/>
                  </a:lnTo>
                </a:path>
              </a:pathLst>
            </a:custGeom>
            <a:ln w="95249">
              <a:solidFill>
                <a:srgbClr val="FF5C1F"/>
              </a:solidFill>
            </a:ln>
          </p:spPr>
          <p:txBody>
            <a:bodyPr wrap="square" lIns="0" tIns="0" rIns="0" bIns="0" rtlCol="0"/>
            <a:lstStyle/>
            <a:p>
              <a:endParaRPr/>
            </a:p>
          </p:txBody>
        </p:sp>
        <p:pic>
          <p:nvPicPr>
            <p:cNvPr id="11" name="object 11"/>
            <p:cNvPicPr/>
            <p:nvPr/>
          </p:nvPicPr>
          <p:blipFill>
            <a:blip r:embed="rId3" cstate="print"/>
            <a:stretch>
              <a:fillRect/>
            </a:stretch>
          </p:blipFill>
          <p:spPr>
            <a:xfrm>
              <a:off x="834816" y="151685"/>
              <a:ext cx="1685924" cy="1638299"/>
            </a:xfrm>
            <a:prstGeom prst="rect">
              <a:avLst/>
            </a:prstGeom>
          </p:spPr>
        </p:pic>
        <p:pic>
          <p:nvPicPr>
            <p:cNvPr id="12" name="object 12"/>
            <p:cNvPicPr/>
            <p:nvPr/>
          </p:nvPicPr>
          <p:blipFill>
            <a:blip r:embed="rId4" cstate="print"/>
            <a:stretch>
              <a:fillRect/>
            </a:stretch>
          </p:blipFill>
          <p:spPr>
            <a:xfrm>
              <a:off x="15838393" y="118919"/>
              <a:ext cx="1700212" cy="1705952"/>
            </a:xfrm>
            <a:prstGeom prst="rect">
              <a:avLst/>
            </a:prstGeom>
          </p:spPr>
        </p:pic>
        <p:pic>
          <p:nvPicPr>
            <p:cNvPr id="13" name="object 13"/>
            <p:cNvPicPr/>
            <p:nvPr/>
          </p:nvPicPr>
          <p:blipFill>
            <a:blip r:embed="rId5" cstate="print"/>
            <a:stretch>
              <a:fillRect/>
            </a:stretch>
          </p:blipFill>
          <p:spPr>
            <a:xfrm>
              <a:off x="7885659" y="71388"/>
              <a:ext cx="2438399" cy="1800224"/>
            </a:xfrm>
            <a:prstGeom prst="rect">
              <a:avLst/>
            </a:prstGeom>
          </p:spPr>
        </p:pic>
      </p:grpSp>
      <p:sp>
        <p:nvSpPr>
          <p:cNvPr id="14" name="object 14"/>
          <p:cNvSpPr txBox="1">
            <a:spLocks noGrp="1"/>
          </p:cNvSpPr>
          <p:nvPr>
            <p:ph type="ftr" sz="quarter" idx="5"/>
          </p:nvPr>
        </p:nvSpPr>
        <p:spPr>
          <a:prstGeom prst="rect">
            <a:avLst/>
          </a:prstGeom>
        </p:spPr>
        <p:txBody>
          <a:bodyPr vert="horz" wrap="square" lIns="0" tIns="8255" rIns="0" bIns="0" rtlCol="0">
            <a:spAutoFit/>
          </a:bodyPr>
          <a:lstStyle/>
          <a:p>
            <a:pPr marL="12700">
              <a:lnSpc>
                <a:spcPct val="100000"/>
              </a:lnSpc>
              <a:spcBef>
                <a:spcPts val="65"/>
              </a:spcBef>
            </a:pPr>
            <a:r>
              <a:rPr dirty="0"/>
              <a:t>B</a:t>
            </a:r>
            <a:r>
              <a:rPr spc="-160" dirty="0"/>
              <a:t> </a:t>
            </a:r>
            <a:r>
              <a:rPr spc="-30" dirty="0"/>
              <a:t>U</a:t>
            </a:r>
            <a:r>
              <a:rPr spc="-160" dirty="0"/>
              <a:t> </a:t>
            </a:r>
            <a:r>
              <a:rPr spc="-420" dirty="0"/>
              <a:t>I</a:t>
            </a:r>
            <a:r>
              <a:rPr spc="-160" dirty="0"/>
              <a:t> </a:t>
            </a:r>
            <a:r>
              <a:rPr spc="-65" dirty="0"/>
              <a:t>L</a:t>
            </a:r>
            <a:r>
              <a:rPr spc="-155" dirty="0"/>
              <a:t> </a:t>
            </a:r>
            <a:r>
              <a:rPr spc="-50" dirty="0"/>
              <a:t>D</a:t>
            </a:r>
          </a:p>
        </p:txBody>
      </p:sp>
      <p:sp>
        <p:nvSpPr>
          <p:cNvPr id="15" name="object 15"/>
          <p:cNvSpPr txBox="1">
            <a:spLocks noGrp="1"/>
          </p:cNvSpPr>
          <p:nvPr>
            <p:ph type="dt" sz="half" idx="6"/>
          </p:nvPr>
        </p:nvSpPr>
        <p:spPr>
          <a:prstGeom prst="rect">
            <a:avLst/>
          </a:prstGeom>
        </p:spPr>
        <p:txBody>
          <a:bodyPr vert="horz" wrap="square" lIns="0" tIns="8255" rIns="0" bIns="0" rtlCol="0">
            <a:spAutoFit/>
          </a:bodyPr>
          <a:lstStyle/>
          <a:p>
            <a:pPr marL="12700">
              <a:lnSpc>
                <a:spcPct val="100000"/>
              </a:lnSpc>
              <a:spcBef>
                <a:spcPts val="65"/>
              </a:spcBef>
            </a:pPr>
            <a:r>
              <a:rPr dirty="0"/>
              <a:t>W</a:t>
            </a:r>
            <a:r>
              <a:rPr spc="-180" dirty="0"/>
              <a:t> </a:t>
            </a:r>
            <a:r>
              <a:rPr spc="-420" dirty="0"/>
              <a:t>I</a:t>
            </a:r>
            <a:r>
              <a:rPr spc="-150" dirty="0"/>
              <a:t> </a:t>
            </a:r>
            <a:r>
              <a:rPr spc="-145" dirty="0"/>
              <a:t>T </a:t>
            </a:r>
            <a:r>
              <a:rPr spc="-50" dirty="0"/>
              <a:t>H</a:t>
            </a:r>
          </a:p>
        </p:txBody>
      </p:sp>
      <p:sp>
        <p:nvSpPr>
          <p:cNvPr id="16" name="object 16"/>
          <p:cNvSpPr txBox="1"/>
          <p:nvPr/>
        </p:nvSpPr>
        <p:spPr>
          <a:xfrm>
            <a:off x="9548127" y="9737490"/>
            <a:ext cx="1195070" cy="316230"/>
          </a:xfrm>
          <a:prstGeom prst="rect">
            <a:avLst/>
          </a:prstGeom>
        </p:spPr>
        <p:txBody>
          <a:bodyPr vert="horz" wrap="square" lIns="0" tIns="8255" rIns="0" bIns="0" rtlCol="0">
            <a:spAutoFit/>
          </a:bodyPr>
          <a:lstStyle/>
          <a:p>
            <a:pPr marL="12700">
              <a:lnSpc>
                <a:spcPct val="100000"/>
              </a:lnSpc>
              <a:spcBef>
                <a:spcPts val="65"/>
              </a:spcBef>
            </a:pPr>
            <a:r>
              <a:rPr sz="1850" b="1" dirty="0">
                <a:solidFill>
                  <a:srgbClr val="FF5C1F"/>
                </a:solidFill>
                <a:latin typeface="Nirmala UI"/>
                <a:cs typeface="Nirmala UI"/>
              </a:rPr>
              <a:t>भा</a:t>
            </a:r>
            <a:r>
              <a:rPr sz="1850" b="1" spc="-130" dirty="0">
                <a:solidFill>
                  <a:srgbClr val="FF5C1F"/>
                </a:solidFill>
                <a:latin typeface="Nirmala UI"/>
                <a:cs typeface="Nirmala UI"/>
              </a:rPr>
              <a:t> </a:t>
            </a:r>
            <a:r>
              <a:rPr sz="1850" b="1" spc="-170" dirty="0">
                <a:solidFill>
                  <a:srgbClr val="FF5C1F"/>
                </a:solidFill>
                <a:latin typeface="Nirmala UI"/>
                <a:cs typeface="Nirmala UI"/>
              </a:rPr>
              <a:t>र</a:t>
            </a:r>
            <a:r>
              <a:rPr sz="1850" b="1" spc="-45" dirty="0">
                <a:solidFill>
                  <a:srgbClr val="FF5C1F"/>
                </a:solidFill>
                <a:latin typeface="Nirmala UI"/>
                <a:cs typeface="Nirmala UI"/>
              </a:rPr>
              <a:t> </a:t>
            </a:r>
            <a:r>
              <a:rPr sz="1850" b="1" dirty="0">
                <a:solidFill>
                  <a:srgbClr val="FF5C1F"/>
                </a:solidFill>
                <a:latin typeface="Nirmala UI"/>
                <a:cs typeface="Nirmala UI"/>
              </a:rPr>
              <a:t>त</a:t>
            </a:r>
            <a:r>
              <a:rPr sz="1850" b="1" spc="-100" dirty="0">
                <a:solidFill>
                  <a:srgbClr val="FF5C1F"/>
                </a:solidFill>
                <a:latin typeface="Nirmala UI"/>
                <a:cs typeface="Nirmala UI"/>
              </a:rPr>
              <a:t> </a:t>
            </a:r>
            <a:r>
              <a:rPr sz="1850" b="1" dirty="0">
                <a:solidFill>
                  <a:srgbClr val="FF5C1F"/>
                </a:solidFill>
                <a:latin typeface="Tahoma"/>
                <a:cs typeface="Tahoma"/>
              </a:rPr>
              <a:t>2</a:t>
            </a:r>
            <a:r>
              <a:rPr sz="1850" b="1" spc="-90" dirty="0">
                <a:solidFill>
                  <a:srgbClr val="FF5C1F"/>
                </a:solidFill>
                <a:latin typeface="Tahoma"/>
                <a:cs typeface="Tahoma"/>
              </a:rPr>
              <a:t> </a:t>
            </a:r>
            <a:r>
              <a:rPr sz="1850" b="1" spc="-95" dirty="0">
                <a:solidFill>
                  <a:srgbClr val="FF5C1F"/>
                </a:solidFill>
                <a:latin typeface="Tahoma"/>
                <a:cs typeface="Tahoma"/>
              </a:rPr>
              <a:t>.</a:t>
            </a:r>
            <a:r>
              <a:rPr sz="1850" b="1" spc="-100" dirty="0">
                <a:solidFill>
                  <a:srgbClr val="FF5C1F"/>
                </a:solidFill>
                <a:latin typeface="Tahoma"/>
                <a:cs typeface="Tahoma"/>
              </a:rPr>
              <a:t> </a:t>
            </a:r>
            <a:r>
              <a:rPr sz="1850" b="1" spc="40" dirty="0">
                <a:solidFill>
                  <a:srgbClr val="FF5C1F"/>
                </a:solidFill>
                <a:latin typeface="Tahoma"/>
                <a:cs typeface="Tahoma"/>
              </a:rPr>
              <a:t>0</a:t>
            </a:r>
            <a:endParaRPr sz="1850">
              <a:latin typeface="Tahoma"/>
              <a:cs typeface="Tahoma"/>
            </a:endParaRPr>
          </a:p>
        </p:txBody>
      </p:sp>
      <p:sp>
        <p:nvSpPr>
          <p:cNvPr id="19" name="Rectangle: Rounded Corners 18">
            <a:extLst>
              <a:ext uri="{FF2B5EF4-FFF2-40B4-BE49-F238E27FC236}">
                <a16:creationId xmlns:a16="http://schemas.microsoft.com/office/drawing/2014/main" id="{33FA9EE8-707B-C97D-B324-C7F06C9D8A26}"/>
              </a:ext>
            </a:extLst>
          </p:cNvPr>
          <p:cNvSpPr/>
          <p:nvPr/>
        </p:nvSpPr>
        <p:spPr>
          <a:xfrm>
            <a:off x="557530" y="3027476"/>
            <a:ext cx="5614670" cy="6522163"/>
          </a:xfrm>
          <a:prstGeom prst="roundRect">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IN" dirty="0"/>
          </a:p>
        </p:txBody>
      </p:sp>
      <p:sp>
        <p:nvSpPr>
          <p:cNvPr id="21" name="Rectangle: Rounded Corners 20">
            <a:extLst>
              <a:ext uri="{FF2B5EF4-FFF2-40B4-BE49-F238E27FC236}">
                <a16:creationId xmlns:a16="http://schemas.microsoft.com/office/drawing/2014/main" id="{C5833E81-95F8-C70C-EB86-4C04E5426D72}"/>
              </a:ext>
            </a:extLst>
          </p:cNvPr>
          <p:cNvSpPr/>
          <p:nvPr/>
        </p:nvSpPr>
        <p:spPr>
          <a:xfrm>
            <a:off x="6501132" y="2976716"/>
            <a:ext cx="5614670" cy="6522163"/>
          </a:xfrm>
          <a:prstGeom prst="roundRect">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IN"/>
          </a:p>
        </p:txBody>
      </p:sp>
      <p:sp>
        <p:nvSpPr>
          <p:cNvPr id="23" name="Rectangle: Rounded Corners 22">
            <a:extLst>
              <a:ext uri="{FF2B5EF4-FFF2-40B4-BE49-F238E27FC236}">
                <a16:creationId xmlns:a16="http://schemas.microsoft.com/office/drawing/2014/main" id="{08E5A8A4-D1E5-4512-3A62-3AF31562A5B5}"/>
              </a:ext>
            </a:extLst>
          </p:cNvPr>
          <p:cNvSpPr/>
          <p:nvPr/>
        </p:nvSpPr>
        <p:spPr>
          <a:xfrm>
            <a:off x="12444734" y="3017722"/>
            <a:ext cx="5614670" cy="6522163"/>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IN"/>
          </a:p>
        </p:txBody>
      </p:sp>
      <p:pic>
        <p:nvPicPr>
          <p:cNvPr id="27" name="Picture 26">
            <a:extLst>
              <a:ext uri="{FF2B5EF4-FFF2-40B4-BE49-F238E27FC236}">
                <a16:creationId xmlns:a16="http://schemas.microsoft.com/office/drawing/2014/main" id="{D70EE5A5-CB47-129D-D461-D68F68B0F7F9}"/>
              </a:ext>
            </a:extLst>
          </p:cNvPr>
          <p:cNvPicPr>
            <a:picLocks noChangeAspect="1"/>
          </p:cNvPicPr>
          <p:nvPr/>
        </p:nvPicPr>
        <p:blipFill>
          <a:blip r:embed="rId6"/>
          <a:stretch>
            <a:fillRect/>
          </a:stretch>
        </p:blipFill>
        <p:spPr>
          <a:xfrm>
            <a:off x="1578030" y="3294529"/>
            <a:ext cx="3273503" cy="1861997"/>
          </a:xfrm>
          <a:prstGeom prst="rect">
            <a:avLst/>
          </a:prstGeom>
        </p:spPr>
      </p:pic>
      <p:sp>
        <p:nvSpPr>
          <p:cNvPr id="28" name="TextBox 27">
            <a:extLst>
              <a:ext uri="{FF2B5EF4-FFF2-40B4-BE49-F238E27FC236}">
                <a16:creationId xmlns:a16="http://schemas.microsoft.com/office/drawing/2014/main" id="{414C1B43-45D7-BA41-6417-6F490C756F2C}"/>
              </a:ext>
            </a:extLst>
          </p:cNvPr>
          <p:cNvSpPr txBox="1"/>
          <p:nvPr/>
        </p:nvSpPr>
        <p:spPr>
          <a:xfrm>
            <a:off x="1955307" y="5370877"/>
            <a:ext cx="2518951" cy="830997"/>
          </a:xfrm>
          <a:prstGeom prst="rect">
            <a:avLst/>
          </a:prstGeom>
          <a:noFill/>
        </p:spPr>
        <p:txBody>
          <a:bodyPr wrap="square" rtlCol="0">
            <a:spAutoFit/>
          </a:bodyPr>
          <a:lstStyle/>
          <a:p>
            <a:pPr algn="ctr"/>
            <a:r>
              <a:rPr lang="en-IN" sz="2400" b="1" dirty="0">
                <a:solidFill>
                  <a:schemeClr val="bg1"/>
                </a:solidFill>
              </a:rPr>
              <a:t>Infrastructure Blackout</a:t>
            </a:r>
          </a:p>
        </p:txBody>
      </p:sp>
      <p:pic>
        <p:nvPicPr>
          <p:cNvPr id="30" name="Picture 29">
            <a:extLst>
              <a:ext uri="{FF2B5EF4-FFF2-40B4-BE49-F238E27FC236}">
                <a16:creationId xmlns:a16="http://schemas.microsoft.com/office/drawing/2014/main" id="{2A9492D9-2DC9-AD31-A8C3-FDDE1C9133FB}"/>
              </a:ext>
            </a:extLst>
          </p:cNvPr>
          <p:cNvPicPr>
            <a:picLocks noChangeAspect="1"/>
          </p:cNvPicPr>
          <p:nvPr/>
        </p:nvPicPr>
        <p:blipFill>
          <a:blip r:embed="rId7"/>
          <a:stretch>
            <a:fillRect/>
          </a:stretch>
        </p:blipFill>
        <p:spPr>
          <a:xfrm>
            <a:off x="7584406" y="3307261"/>
            <a:ext cx="3298084" cy="1855172"/>
          </a:xfrm>
          <a:prstGeom prst="rect">
            <a:avLst/>
          </a:prstGeom>
        </p:spPr>
      </p:pic>
      <p:pic>
        <p:nvPicPr>
          <p:cNvPr id="32" name="Picture 31">
            <a:extLst>
              <a:ext uri="{FF2B5EF4-FFF2-40B4-BE49-F238E27FC236}">
                <a16:creationId xmlns:a16="http://schemas.microsoft.com/office/drawing/2014/main" id="{34621E9E-5680-0818-C3F1-8D44E09790CB}"/>
              </a:ext>
            </a:extLst>
          </p:cNvPr>
          <p:cNvPicPr>
            <a:picLocks noChangeAspect="1"/>
          </p:cNvPicPr>
          <p:nvPr/>
        </p:nvPicPr>
        <p:blipFill>
          <a:blip r:embed="rId8"/>
          <a:stretch>
            <a:fillRect/>
          </a:stretch>
        </p:blipFill>
        <p:spPr>
          <a:xfrm>
            <a:off x="13624987" y="3341682"/>
            <a:ext cx="3263880" cy="1818245"/>
          </a:xfrm>
          <a:prstGeom prst="rect">
            <a:avLst/>
          </a:prstGeom>
        </p:spPr>
      </p:pic>
      <p:sp>
        <p:nvSpPr>
          <p:cNvPr id="33" name="TextBox 32">
            <a:extLst>
              <a:ext uri="{FF2B5EF4-FFF2-40B4-BE49-F238E27FC236}">
                <a16:creationId xmlns:a16="http://schemas.microsoft.com/office/drawing/2014/main" id="{90F69A71-CBBD-F226-031C-70065E42AF2C}"/>
              </a:ext>
            </a:extLst>
          </p:cNvPr>
          <p:cNvSpPr txBox="1"/>
          <p:nvPr/>
        </p:nvSpPr>
        <p:spPr>
          <a:xfrm>
            <a:off x="949149" y="6362700"/>
            <a:ext cx="4816684" cy="2862322"/>
          </a:xfrm>
          <a:prstGeom prst="rect">
            <a:avLst/>
          </a:prstGeom>
          <a:noFill/>
        </p:spPr>
        <p:txBody>
          <a:bodyPr wrap="square" rtlCol="0">
            <a:spAutoFit/>
          </a:bodyPr>
          <a:lstStyle/>
          <a:p>
            <a:r>
              <a:rPr lang="en-IN" sz="2000" b="1" dirty="0"/>
              <a:t>Severe natural disasters instantly destroy local cellular towers, power grids, and terrestrial networks, plunging the entire disaster zone into a total communication blackout. This sudden loss of connectivity leaves ground rescue teams cut off from field coordination and command base stations. </a:t>
            </a:r>
          </a:p>
        </p:txBody>
      </p:sp>
      <p:sp>
        <p:nvSpPr>
          <p:cNvPr id="35" name="TextBox 34">
            <a:extLst>
              <a:ext uri="{FF2B5EF4-FFF2-40B4-BE49-F238E27FC236}">
                <a16:creationId xmlns:a16="http://schemas.microsoft.com/office/drawing/2014/main" id="{64EA8237-D9B5-FE50-A6C5-8532D730DD5E}"/>
              </a:ext>
            </a:extLst>
          </p:cNvPr>
          <p:cNvSpPr txBox="1"/>
          <p:nvPr/>
        </p:nvSpPr>
        <p:spPr>
          <a:xfrm>
            <a:off x="7885659" y="5447806"/>
            <a:ext cx="2518951" cy="830997"/>
          </a:xfrm>
          <a:prstGeom prst="rect">
            <a:avLst/>
          </a:prstGeom>
          <a:noFill/>
        </p:spPr>
        <p:txBody>
          <a:bodyPr wrap="square" rtlCol="0">
            <a:spAutoFit/>
          </a:bodyPr>
          <a:lstStyle/>
          <a:p>
            <a:pPr algn="ctr"/>
            <a:r>
              <a:rPr lang="en-IN" sz="2400" b="1" dirty="0">
                <a:solidFill>
                  <a:schemeClr val="bg1"/>
                </a:solidFill>
              </a:rPr>
              <a:t>Detection Latency</a:t>
            </a:r>
          </a:p>
        </p:txBody>
      </p:sp>
      <p:sp>
        <p:nvSpPr>
          <p:cNvPr id="37" name="TextBox 36">
            <a:extLst>
              <a:ext uri="{FF2B5EF4-FFF2-40B4-BE49-F238E27FC236}">
                <a16:creationId xmlns:a16="http://schemas.microsoft.com/office/drawing/2014/main" id="{9BB81C78-621A-31DB-D210-A124B5926D73}"/>
              </a:ext>
            </a:extLst>
          </p:cNvPr>
          <p:cNvSpPr txBox="1"/>
          <p:nvPr/>
        </p:nvSpPr>
        <p:spPr>
          <a:xfrm>
            <a:off x="6980246" y="6341806"/>
            <a:ext cx="4816684" cy="2862322"/>
          </a:xfrm>
          <a:prstGeom prst="rect">
            <a:avLst/>
          </a:prstGeom>
          <a:noFill/>
        </p:spPr>
        <p:txBody>
          <a:bodyPr wrap="square" rtlCol="0">
            <a:spAutoFit/>
          </a:bodyPr>
          <a:lstStyle/>
          <a:p>
            <a:r>
              <a:rPr lang="en-IN" sz="2000" b="1" dirty="0"/>
              <a:t>Locating trapped victims under dense concrete rubble using manual search techniques or K9 units is painstakingly slow and labour intensive. Because of these delays, trapped survivors often exceed the critical 72-hour survival window before rescue teams can pinpoint their location. </a:t>
            </a:r>
          </a:p>
        </p:txBody>
      </p:sp>
      <p:sp>
        <p:nvSpPr>
          <p:cNvPr id="39" name="TextBox 38">
            <a:extLst>
              <a:ext uri="{FF2B5EF4-FFF2-40B4-BE49-F238E27FC236}">
                <a16:creationId xmlns:a16="http://schemas.microsoft.com/office/drawing/2014/main" id="{D1249FD3-B176-384B-6B78-9267648E327A}"/>
              </a:ext>
            </a:extLst>
          </p:cNvPr>
          <p:cNvSpPr txBox="1"/>
          <p:nvPr/>
        </p:nvSpPr>
        <p:spPr>
          <a:xfrm>
            <a:off x="13992593" y="5457560"/>
            <a:ext cx="2518951" cy="830997"/>
          </a:xfrm>
          <a:prstGeom prst="rect">
            <a:avLst/>
          </a:prstGeom>
          <a:noFill/>
        </p:spPr>
        <p:txBody>
          <a:bodyPr wrap="square" rtlCol="0">
            <a:spAutoFit/>
          </a:bodyPr>
          <a:lstStyle/>
          <a:p>
            <a:pPr algn="ctr"/>
            <a:r>
              <a:rPr lang="en-IN" sz="2400" b="1" dirty="0">
                <a:solidFill>
                  <a:schemeClr val="bg1"/>
                </a:solidFill>
              </a:rPr>
              <a:t>Rescuer Risk &amp; Blind Entry</a:t>
            </a:r>
          </a:p>
        </p:txBody>
      </p:sp>
      <p:sp>
        <p:nvSpPr>
          <p:cNvPr id="41" name="TextBox 40">
            <a:extLst>
              <a:ext uri="{FF2B5EF4-FFF2-40B4-BE49-F238E27FC236}">
                <a16:creationId xmlns:a16="http://schemas.microsoft.com/office/drawing/2014/main" id="{9CFB2CFF-CD75-BC81-0690-68AEF80AB850}"/>
              </a:ext>
            </a:extLst>
          </p:cNvPr>
          <p:cNvSpPr txBox="1"/>
          <p:nvPr/>
        </p:nvSpPr>
        <p:spPr>
          <a:xfrm>
            <a:off x="13012621" y="6341806"/>
            <a:ext cx="4816684" cy="2862322"/>
          </a:xfrm>
          <a:prstGeom prst="rect">
            <a:avLst/>
          </a:prstGeom>
          <a:noFill/>
        </p:spPr>
        <p:txBody>
          <a:bodyPr wrap="square" rtlCol="0">
            <a:spAutoFit/>
          </a:bodyPr>
          <a:lstStyle/>
          <a:p>
            <a:r>
              <a:rPr lang="en-IN" sz="2000" b="1" dirty="0"/>
              <a:t>First responders are forced to enter unstable, debris-heavy collapse zones blindly without any prior structural safety data or survivor telemetry. Operating without localized situational awareness exposes rescue personnel to severe aftershock hazards, toxic voids, and secondary collapse risks.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50" dirty="0"/>
              <a:t>SOLUTION</a:t>
            </a:r>
          </a:p>
        </p:txBody>
      </p:sp>
      <p:sp>
        <p:nvSpPr>
          <p:cNvPr id="3" name="object 3"/>
          <p:cNvSpPr/>
          <p:nvPr/>
        </p:nvSpPr>
        <p:spPr>
          <a:xfrm>
            <a:off x="447092" y="1713543"/>
            <a:ext cx="190500" cy="991869"/>
          </a:xfrm>
          <a:custGeom>
            <a:avLst/>
            <a:gdLst/>
            <a:ahLst/>
            <a:cxnLst/>
            <a:rect l="l" t="t" r="r" b="b"/>
            <a:pathLst>
              <a:path w="190500" h="991869">
                <a:moveTo>
                  <a:pt x="190499" y="0"/>
                </a:moveTo>
                <a:lnTo>
                  <a:pt x="190499" y="991268"/>
                </a:lnTo>
                <a:lnTo>
                  <a:pt x="0" y="991268"/>
                </a:lnTo>
                <a:lnTo>
                  <a:pt x="0" y="0"/>
                </a:lnTo>
                <a:lnTo>
                  <a:pt x="190499" y="0"/>
                </a:lnTo>
                <a:close/>
              </a:path>
            </a:pathLst>
          </a:custGeom>
          <a:solidFill>
            <a:srgbClr val="FF5C1F"/>
          </a:solidFill>
        </p:spPr>
        <p:txBody>
          <a:bodyPr wrap="square" lIns="0" tIns="0" rIns="0" bIns="0" rtlCol="0"/>
          <a:lstStyle/>
          <a:p>
            <a:endParaRPr/>
          </a:p>
        </p:txBody>
      </p:sp>
      <p:grpSp>
        <p:nvGrpSpPr>
          <p:cNvPr id="4" name="object 4"/>
          <p:cNvGrpSpPr/>
          <p:nvPr/>
        </p:nvGrpSpPr>
        <p:grpSpPr>
          <a:xfrm>
            <a:off x="542342" y="146510"/>
            <a:ext cx="17362170" cy="9886315"/>
            <a:chOff x="557530" y="71388"/>
            <a:chExt cx="17362170" cy="9886315"/>
          </a:xfrm>
        </p:grpSpPr>
        <p:sp>
          <p:nvSpPr>
            <p:cNvPr id="5" name="object 5"/>
            <p:cNvSpPr/>
            <p:nvPr/>
          </p:nvSpPr>
          <p:spPr>
            <a:xfrm>
              <a:off x="5475455" y="2194520"/>
              <a:ext cx="12322810" cy="0"/>
            </a:xfrm>
            <a:custGeom>
              <a:avLst/>
              <a:gdLst/>
              <a:ahLst/>
              <a:cxnLst/>
              <a:rect l="l" t="t" r="r" b="b"/>
              <a:pathLst>
                <a:path w="12322810">
                  <a:moveTo>
                    <a:pt x="0" y="0"/>
                  </a:moveTo>
                  <a:lnTo>
                    <a:pt x="12322551" y="0"/>
                  </a:lnTo>
                </a:path>
              </a:pathLst>
            </a:custGeom>
            <a:ln w="85724">
              <a:solidFill>
                <a:srgbClr val="FF5C1F"/>
              </a:solidFill>
            </a:ln>
          </p:spPr>
          <p:txBody>
            <a:bodyPr wrap="square" lIns="0" tIns="0" rIns="0" bIns="0" rtlCol="0"/>
            <a:lstStyle/>
            <a:p>
              <a:endParaRPr/>
            </a:p>
          </p:txBody>
        </p:sp>
        <p:sp>
          <p:nvSpPr>
            <p:cNvPr id="6" name="object 6"/>
            <p:cNvSpPr/>
            <p:nvPr/>
          </p:nvSpPr>
          <p:spPr>
            <a:xfrm>
              <a:off x="17656482" y="2063155"/>
              <a:ext cx="262890" cy="262890"/>
            </a:xfrm>
            <a:custGeom>
              <a:avLst/>
              <a:gdLst/>
              <a:ahLst/>
              <a:cxnLst/>
              <a:rect l="l" t="t" r="r" b="b"/>
              <a:pathLst>
                <a:path w="262890" h="262889">
                  <a:moveTo>
                    <a:pt x="131363" y="262727"/>
                  </a:moveTo>
                  <a:lnTo>
                    <a:pt x="80230" y="252404"/>
                  </a:lnTo>
                  <a:lnTo>
                    <a:pt x="38475" y="224252"/>
                  </a:lnTo>
                  <a:lnTo>
                    <a:pt x="10323" y="182496"/>
                  </a:lnTo>
                  <a:lnTo>
                    <a:pt x="0" y="131363"/>
                  </a:lnTo>
                  <a:lnTo>
                    <a:pt x="10323" y="80231"/>
                  </a:lnTo>
                  <a:lnTo>
                    <a:pt x="38475" y="38475"/>
                  </a:lnTo>
                  <a:lnTo>
                    <a:pt x="80230" y="10323"/>
                  </a:lnTo>
                  <a:lnTo>
                    <a:pt x="131363" y="0"/>
                  </a:lnTo>
                  <a:lnTo>
                    <a:pt x="182496" y="10323"/>
                  </a:lnTo>
                  <a:lnTo>
                    <a:pt x="224252" y="38475"/>
                  </a:lnTo>
                  <a:lnTo>
                    <a:pt x="252404" y="80231"/>
                  </a:lnTo>
                  <a:lnTo>
                    <a:pt x="262727" y="131363"/>
                  </a:lnTo>
                  <a:lnTo>
                    <a:pt x="252404" y="182496"/>
                  </a:lnTo>
                  <a:lnTo>
                    <a:pt x="224252" y="224252"/>
                  </a:lnTo>
                  <a:lnTo>
                    <a:pt x="182496" y="252404"/>
                  </a:lnTo>
                  <a:lnTo>
                    <a:pt x="131363" y="262727"/>
                  </a:lnTo>
                  <a:close/>
                </a:path>
              </a:pathLst>
            </a:custGeom>
            <a:solidFill>
              <a:srgbClr val="FF5C1F"/>
            </a:solidFill>
          </p:spPr>
          <p:txBody>
            <a:bodyPr wrap="square" lIns="0" tIns="0" rIns="0" bIns="0" rtlCol="0"/>
            <a:lstStyle/>
            <a:p>
              <a:endParaRPr/>
            </a:p>
          </p:txBody>
        </p:sp>
        <p:sp>
          <p:nvSpPr>
            <p:cNvPr id="7" name="object 7"/>
            <p:cNvSpPr/>
            <p:nvPr/>
          </p:nvSpPr>
          <p:spPr>
            <a:xfrm>
              <a:off x="10855980" y="9909534"/>
              <a:ext cx="6800850" cy="0"/>
            </a:xfrm>
            <a:custGeom>
              <a:avLst/>
              <a:gdLst/>
              <a:ahLst/>
              <a:cxnLst/>
              <a:rect l="l" t="t" r="r" b="b"/>
              <a:pathLst>
                <a:path w="6800850">
                  <a:moveTo>
                    <a:pt x="0" y="0"/>
                  </a:moveTo>
                  <a:lnTo>
                    <a:pt x="6800500" y="0"/>
                  </a:lnTo>
                </a:path>
              </a:pathLst>
            </a:custGeom>
            <a:ln w="95249">
              <a:solidFill>
                <a:srgbClr val="15752A"/>
              </a:solidFill>
            </a:ln>
          </p:spPr>
          <p:txBody>
            <a:bodyPr wrap="square" lIns="0" tIns="0" rIns="0" bIns="0" rtlCol="0"/>
            <a:lstStyle/>
            <a:p>
              <a:endParaRPr/>
            </a:p>
          </p:txBody>
        </p:sp>
        <p:sp>
          <p:nvSpPr>
            <p:cNvPr id="8" name="object 8"/>
            <p:cNvSpPr/>
            <p:nvPr/>
          </p:nvSpPr>
          <p:spPr>
            <a:xfrm>
              <a:off x="557530" y="9909534"/>
              <a:ext cx="6633845" cy="0"/>
            </a:xfrm>
            <a:custGeom>
              <a:avLst/>
              <a:gdLst/>
              <a:ahLst/>
              <a:cxnLst/>
              <a:rect l="l" t="t" r="r" b="b"/>
              <a:pathLst>
                <a:path w="6633845">
                  <a:moveTo>
                    <a:pt x="0" y="0"/>
                  </a:moveTo>
                  <a:lnTo>
                    <a:pt x="6633806" y="0"/>
                  </a:lnTo>
                </a:path>
              </a:pathLst>
            </a:custGeom>
            <a:ln w="95249">
              <a:solidFill>
                <a:srgbClr val="FF5C1F"/>
              </a:solidFill>
            </a:ln>
          </p:spPr>
          <p:txBody>
            <a:bodyPr wrap="square" lIns="0" tIns="0" rIns="0" bIns="0" rtlCol="0"/>
            <a:lstStyle/>
            <a:p>
              <a:endParaRPr/>
            </a:p>
          </p:txBody>
        </p:sp>
        <p:pic>
          <p:nvPicPr>
            <p:cNvPr id="9" name="object 9"/>
            <p:cNvPicPr/>
            <p:nvPr/>
          </p:nvPicPr>
          <p:blipFill>
            <a:blip r:embed="rId2" cstate="print"/>
            <a:stretch>
              <a:fillRect/>
            </a:stretch>
          </p:blipFill>
          <p:spPr>
            <a:xfrm>
              <a:off x="834816" y="151685"/>
              <a:ext cx="1685924" cy="1638299"/>
            </a:xfrm>
            <a:prstGeom prst="rect">
              <a:avLst/>
            </a:prstGeom>
          </p:spPr>
        </p:pic>
        <p:pic>
          <p:nvPicPr>
            <p:cNvPr id="10" name="object 10"/>
            <p:cNvPicPr/>
            <p:nvPr/>
          </p:nvPicPr>
          <p:blipFill>
            <a:blip r:embed="rId3" cstate="print"/>
            <a:stretch>
              <a:fillRect/>
            </a:stretch>
          </p:blipFill>
          <p:spPr>
            <a:xfrm>
              <a:off x="15838393" y="118919"/>
              <a:ext cx="1700212" cy="1705952"/>
            </a:xfrm>
            <a:prstGeom prst="rect">
              <a:avLst/>
            </a:prstGeom>
          </p:spPr>
        </p:pic>
        <p:pic>
          <p:nvPicPr>
            <p:cNvPr id="11" name="object 11"/>
            <p:cNvPicPr/>
            <p:nvPr/>
          </p:nvPicPr>
          <p:blipFill>
            <a:blip r:embed="rId4" cstate="print"/>
            <a:stretch>
              <a:fillRect/>
            </a:stretch>
          </p:blipFill>
          <p:spPr>
            <a:xfrm>
              <a:off x="7885659" y="71388"/>
              <a:ext cx="2438399" cy="1800224"/>
            </a:xfrm>
            <a:prstGeom prst="rect">
              <a:avLst/>
            </a:prstGeom>
          </p:spPr>
        </p:pic>
      </p:grpSp>
      <p:sp>
        <p:nvSpPr>
          <p:cNvPr id="12" name="object 12"/>
          <p:cNvSpPr txBox="1">
            <a:spLocks noGrp="1"/>
          </p:cNvSpPr>
          <p:nvPr>
            <p:ph type="ftr" sz="quarter" idx="5"/>
          </p:nvPr>
        </p:nvSpPr>
        <p:spPr>
          <a:prstGeom prst="rect">
            <a:avLst/>
          </a:prstGeom>
        </p:spPr>
        <p:txBody>
          <a:bodyPr vert="horz" wrap="square" lIns="0" tIns="8255" rIns="0" bIns="0" rtlCol="0">
            <a:spAutoFit/>
          </a:bodyPr>
          <a:lstStyle/>
          <a:p>
            <a:pPr marL="12700">
              <a:lnSpc>
                <a:spcPct val="100000"/>
              </a:lnSpc>
              <a:spcBef>
                <a:spcPts val="65"/>
              </a:spcBef>
            </a:pPr>
            <a:r>
              <a:rPr dirty="0"/>
              <a:t>B</a:t>
            </a:r>
            <a:r>
              <a:rPr spc="-160" dirty="0"/>
              <a:t> </a:t>
            </a:r>
            <a:r>
              <a:rPr spc="-30" dirty="0"/>
              <a:t>U</a:t>
            </a:r>
            <a:r>
              <a:rPr spc="-160" dirty="0"/>
              <a:t> </a:t>
            </a:r>
            <a:r>
              <a:rPr spc="-420" dirty="0"/>
              <a:t>I</a:t>
            </a:r>
            <a:r>
              <a:rPr spc="-160" dirty="0"/>
              <a:t> </a:t>
            </a:r>
            <a:r>
              <a:rPr spc="-65" dirty="0"/>
              <a:t>L</a:t>
            </a:r>
            <a:r>
              <a:rPr spc="-155" dirty="0"/>
              <a:t> </a:t>
            </a:r>
            <a:r>
              <a:rPr spc="-50" dirty="0"/>
              <a:t>D</a:t>
            </a:r>
          </a:p>
        </p:txBody>
      </p:sp>
      <p:sp>
        <p:nvSpPr>
          <p:cNvPr id="13" name="object 13"/>
          <p:cNvSpPr txBox="1">
            <a:spLocks noGrp="1"/>
          </p:cNvSpPr>
          <p:nvPr>
            <p:ph type="dt" sz="half" idx="6"/>
          </p:nvPr>
        </p:nvSpPr>
        <p:spPr>
          <a:prstGeom prst="rect">
            <a:avLst/>
          </a:prstGeom>
        </p:spPr>
        <p:txBody>
          <a:bodyPr vert="horz" wrap="square" lIns="0" tIns="8255" rIns="0" bIns="0" rtlCol="0">
            <a:spAutoFit/>
          </a:bodyPr>
          <a:lstStyle/>
          <a:p>
            <a:pPr marL="12700">
              <a:lnSpc>
                <a:spcPct val="100000"/>
              </a:lnSpc>
              <a:spcBef>
                <a:spcPts val="65"/>
              </a:spcBef>
            </a:pPr>
            <a:r>
              <a:rPr dirty="0"/>
              <a:t>W</a:t>
            </a:r>
            <a:r>
              <a:rPr spc="-180" dirty="0"/>
              <a:t> </a:t>
            </a:r>
            <a:r>
              <a:rPr spc="-420" dirty="0"/>
              <a:t>I</a:t>
            </a:r>
            <a:r>
              <a:rPr spc="-150" dirty="0"/>
              <a:t> </a:t>
            </a:r>
            <a:r>
              <a:rPr spc="-145" dirty="0"/>
              <a:t>T </a:t>
            </a:r>
            <a:r>
              <a:rPr spc="-50" dirty="0"/>
              <a:t>H</a:t>
            </a:r>
          </a:p>
        </p:txBody>
      </p:sp>
      <p:sp>
        <p:nvSpPr>
          <p:cNvPr id="14" name="object 14"/>
          <p:cNvSpPr txBox="1"/>
          <p:nvPr/>
        </p:nvSpPr>
        <p:spPr>
          <a:xfrm>
            <a:off x="9548127" y="9737490"/>
            <a:ext cx="1195070" cy="316230"/>
          </a:xfrm>
          <a:prstGeom prst="rect">
            <a:avLst/>
          </a:prstGeom>
        </p:spPr>
        <p:txBody>
          <a:bodyPr vert="horz" wrap="square" lIns="0" tIns="8255" rIns="0" bIns="0" rtlCol="0">
            <a:spAutoFit/>
          </a:bodyPr>
          <a:lstStyle/>
          <a:p>
            <a:pPr marL="12700">
              <a:lnSpc>
                <a:spcPct val="100000"/>
              </a:lnSpc>
              <a:spcBef>
                <a:spcPts val="65"/>
              </a:spcBef>
            </a:pPr>
            <a:r>
              <a:rPr sz="1850" b="1" dirty="0">
                <a:solidFill>
                  <a:srgbClr val="FF5C1F"/>
                </a:solidFill>
                <a:latin typeface="Nirmala UI"/>
                <a:cs typeface="Nirmala UI"/>
              </a:rPr>
              <a:t>भा</a:t>
            </a:r>
            <a:r>
              <a:rPr sz="1850" b="1" spc="-130" dirty="0">
                <a:solidFill>
                  <a:srgbClr val="FF5C1F"/>
                </a:solidFill>
                <a:latin typeface="Nirmala UI"/>
                <a:cs typeface="Nirmala UI"/>
              </a:rPr>
              <a:t> </a:t>
            </a:r>
            <a:r>
              <a:rPr sz="1850" b="1" spc="-170" dirty="0">
                <a:solidFill>
                  <a:srgbClr val="FF5C1F"/>
                </a:solidFill>
                <a:latin typeface="Nirmala UI"/>
                <a:cs typeface="Nirmala UI"/>
              </a:rPr>
              <a:t>र</a:t>
            </a:r>
            <a:r>
              <a:rPr sz="1850" b="1" spc="-45" dirty="0">
                <a:solidFill>
                  <a:srgbClr val="FF5C1F"/>
                </a:solidFill>
                <a:latin typeface="Nirmala UI"/>
                <a:cs typeface="Nirmala UI"/>
              </a:rPr>
              <a:t> </a:t>
            </a:r>
            <a:r>
              <a:rPr sz="1850" b="1" dirty="0">
                <a:solidFill>
                  <a:srgbClr val="FF5C1F"/>
                </a:solidFill>
                <a:latin typeface="Nirmala UI"/>
                <a:cs typeface="Nirmala UI"/>
              </a:rPr>
              <a:t>त</a:t>
            </a:r>
            <a:r>
              <a:rPr sz="1850" b="1" spc="-100" dirty="0">
                <a:solidFill>
                  <a:srgbClr val="FF5C1F"/>
                </a:solidFill>
                <a:latin typeface="Nirmala UI"/>
                <a:cs typeface="Nirmala UI"/>
              </a:rPr>
              <a:t> </a:t>
            </a:r>
            <a:r>
              <a:rPr sz="1850" b="1" dirty="0">
                <a:solidFill>
                  <a:srgbClr val="FF5C1F"/>
                </a:solidFill>
                <a:latin typeface="Tahoma"/>
                <a:cs typeface="Tahoma"/>
              </a:rPr>
              <a:t>2</a:t>
            </a:r>
            <a:r>
              <a:rPr sz="1850" b="1" spc="-90" dirty="0">
                <a:solidFill>
                  <a:srgbClr val="FF5C1F"/>
                </a:solidFill>
                <a:latin typeface="Tahoma"/>
                <a:cs typeface="Tahoma"/>
              </a:rPr>
              <a:t> </a:t>
            </a:r>
            <a:r>
              <a:rPr sz="1850" b="1" spc="-95" dirty="0">
                <a:solidFill>
                  <a:srgbClr val="FF5C1F"/>
                </a:solidFill>
                <a:latin typeface="Tahoma"/>
                <a:cs typeface="Tahoma"/>
              </a:rPr>
              <a:t>.</a:t>
            </a:r>
            <a:r>
              <a:rPr sz="1850" b="1" spc="-100" dirty="0">
                <a:solidFill>
                  <a:srgbClr val="FF5C1F"/>
                </a:solidFill>
                <a:latin typeface="Tahoma"/>
                <a:cs typeface="Tahoma"/>
              </a:rPr>
              <a:t> </a:t>
            </a:r>
            <a:r>
              <a:rPr sz="1850" b="1" spc="40" dirty="0">
                <a:solidFill>
                  <a:srgbClr val="FF5C1F"/>
                </a:solidFill>
                <a:latin typeface="Tahoma"/>
                <a:cs typeface="Tahoma"/>
              </a:rPr>
              <a:t>0</a:t>
            </a:r>
            <a:endParaRPr sz="1850">
              <a:latin typeface="Tahoma"/>
              <a:cs typeface="Tahoma"/>
            </a:endParaRPr>
          </a:p>
        </p:txBody>
      </p:sp>
      <p:sp>
        <p:nvSpPr>
          <p:cNvPr id="15" name="TextBox 14">
            <a:extLst>
              <a:ext uri="{FF2B5EF4-FFF2-40B4-BE49-F238E27FC236}">
                <a16:creationId xmlns:a16="http://schemas.microsoft.com/office/drawing/2014/main" id="{C1F1A3D5-83C5-94A9-6EA3-81A8DC30C133}"/>
              </a:ext>
            </a:extLst>
          </p:cNvPr>
          <p:cNvSpPr txBox="1"/>
          <p:nvPr/>
        </p:nvSpPr>
        <p:spPr>
          <a:xfrm>
            <a:off x="424530" y="2775591"/>
            <a:ext cx="17209390" cy="7017306"/>
          </a:xfrm>
          <a:prstGeom prst="rect">
            <a:avLst/>
          </a:prstGeom>
          <a:noFill/>
        </p:spPr>
        <p:txBody>
          <a:bodyPr wrap="square" rtlCol="0">
            <a:spAutoFit/>
          </a:bodyPr>
          <a:lstStyle/>
          <a:p>
            <a:r>
              <a:rPr lang="en-IN" sz="2250" b="1" dirty="0"/>
              <a:t>Autonomous Survivor Detection &amp; Communication Network</a:t>
            </a:r>
            <a:endParaRPr lang="en-IN" sz="2250" dirty="0"/>
          </a:p>
          <a:p>
            <a:r>
              <a:rPr lang="en-IN" sz="2250" dirty="0"/>
              <a:t>Rescue-Mesh deploys compact, low-cost smart sensor beacons across disaster-hit environments to restore local connectivity and locate trapped survivors beneath heavy debris. The beacons instantly form an ad-hoc, self-healing mesh network without relying on cellular towers or external power infrastructure. Using integrated acoustic and vibration sensors, each node continuously monitors for human distress signals—such as cries for help, knocking, or movement—and runs edge-level signal filtering to validate real survivors. Once detected, the system transmits precise GPS coordinates and emergency triage alerts across the multi-hop network to a centralized command dashboard and mobile applications for first responders. </a:t>
            </a:r>
          </a:p>
          <a:p>
            <a:endParaRPr lang="en-IN" sz="2250" dirty="0"/>
          </a:p>
          <a:p>
            <a:r>
              <a:rPr lang="en-IN" sz="2250" b="1" dirty="0"/>
              <a:t>Key Features</a:t>
            </a:r>
          </a:p>
          <a:p>
            <a:endParaRPr lang="en-IN" sz="2250" dirty="0"/>
          </a:p>
          <a:p>
            <a:pPr lvl="0"/>
            <a:r>
              <a:rPr lang="en-IN" sz="2250" b="1" dirty="0"/>
              <a:t>Instant Self-Healing Mesh:</a:t>
            </a:r>
            <a:r>
              <a:rPr lang="en-IN" sz="2250" dirty="0"/>
              <a:t> Automatically discovers neighbour nodes and routes telemetry packets across multi-hop paths even if intermediate nodes fail. </a:t>
            </a:r>
          </a:p>
          <a:p>
            <a:pPr lvl="0"/>
            <a:r>
              <a:rPr lang="en-IN" sz="2250" b="1" dirty="0"/>
              <a:t>Dual-Sensor Edge Detection:</a:t>
            </a:r>
            <a:r>
              <a:rPr lang="en-IN" sz="2250" dirty="0"/>
              <a:t> Fuses MEMS acoustic listening with piezo-vibration sensing to detect trapped victims while filtering out ambient debris noise. </a:t>
            </a:r>
          </a:p>
          <a:p>
            <a:pPr lvl="0"/>
            <a:r>
              <a:rPr lang="en-IN" sz="2250" b="1" dirty="0"/>
              <a:t>Deep Rubble Penetration:</a:t>
            </a:r>
            <a:r>
              <a:rPr lang="en-IN" sz="2250" dirty="0"/>
              <a:t> Employs sub-GHz LoRa RF transmission to carry critical survivor data through collapsed concrete and subterranean voids. </a:t>
            </a:r>
          </a:p>
          <a:p>
            <a:pPr lvl="0"/>
            <a:r>
              <a:rPr lang="en-IN" sz="2250" b="1" dirty="0"/>
              <a:t>Swarm &amp; Drone Deployable:</a:t>
            </a:r>
            <a:r>
              <a:rPr lang="en-IN" sz="2250" dirty="0"/>
              <a:t> Lightweight, battery-backed beacon form factor optimized for rapid ground scattering or remote aerial payload drops. </a:t>
            </a:r>
          </a:p>
          <a:p>
            <a:pPr lvl="0"/>
            <a:r>
              <a:rPr lang="en-IN" sz="2250" b="1" dirty="0"/>
              <a:t>Real-Time Rescuer Dashboard:</a:t>
            </a:r>
            <a:r>
              <a:rPr lang="en-IN" sz="2250" dirty="0"/>
              <a:t> Delivers live survivor mapping, GPS location pins, and triage priority levels directly to field rescue teams.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455" dirty="0"/>
              <a:t>FLOW</a:t>
            </a:r>
            <a:r>
              <a:rPr spc="-65" dirty="0"/>
              <a:t> </a:t>
            </a:r>
            <a:r>
              <a:rPr spc="400" dirty="0"/>
              <a:t>OF</a:t>
            </a:r>
            <a:r>
              <a:rPr spc="-60" dirty="0"/>
              <a:t> </a:t>
            </a:r>
            <a:r>
              <a:rPr spc="50" dirty="0"/>
              <a:t>SOLUTION</a:t>
            </a:r>
          </a:p>
        </p:txBody>
      </p:sp>
      <p:sp>
        <p:nvSpPr>
          <p:cNvPr id="3" name="object 3"/>
          <p:cNvSpPr/>
          <p:nvPr/>
        </p:nvSpPr>
        <p:spPr>
          <a:xfrm>
            <a:off x="447092" y="1713543"/>
            <a:ext cx="190500" cy="991869"/>
          </a:xfrm>
          <a:custGeom>
            <a:avLst/>
            <a:gdLst/>
            <a:ahLst/>
            <a:cxnLst/>
            <a:rect l="l" t="t" r="r" b="b"/>
            <a:pathLst>
              <a:path w="190500" h="991869">
                <a:moveTo>
                  <a:pt x="190499" y="0"/>
                </a:moveTo>
                <a:lnTo>
                  <a:pt x="190499" y="991268"/>
                </a:lnTo>
                <a:lnTo>
                  <a:pt x="0" y="991268"/>
                </a:lnTo>
                <a:lnTo>
                  <a:pt x="0" y="0"/>
                </a:lnTo>
                <a:lnTo>
                  <a:pt x="190499" y="0"/>
                </a:lnTo>
                <a:close/>
              </a:path>
            </a:pathLst>
          </a:custGeom>
          <a:solidFill>
            <a:srgbClr val="FF5C1F"/>
          </a:solidFill>
        </p:spPr>
        <p:txBody>
          <a:bodyPr wrap="square" lIns="0" tIns="0" rIns="0" bIns="0" rtlCol="0"/>
          <a:lstStyle/>
          <a:p>
            <a:endParaRPr/>
          </a:p>
        </p:txBody>
      </p:sp>
      <p:grpSp>
        <p:nvGrpSpPr>
          <p:cNvPr id="4" name="object 4"/>
          <p:cNvGrpSpPr/>
          <p:nvPr/>
        </p:nvGrpSpPr>
        <p:grpSpPr>
          <a:xfrm>
            <a:off x="557530" y="71388"/>
            <a:ext cx="17362170" cy="9886315"/>
            <a:chOff x="557530" y="71388"/>
            <a:chExt cx="17362170" cy="9886315"/>
          </a:xfrm>
        </p:grpSpPr>
        <p:sp>
          <p:nvSpPr>
            <p:cNvPr id="5" name="object 5"/>
            <p:cNvSpPr/>
            <p:nvPr/>
          </p:nvSpPr>
          <p:spPr>
            <a:xfrm>
              <a:off x="9768736" y="2194520"/>
              <a:ext cx="8107680" cy="0"/>
            </a:xfrm>
            <a:custGeom>
              <a:avLst/>
              <a:gdLst/>
              <a:ahLst/>
              <a:cxnLst/>
              <a:rect l="l" t="t" r="r" b="b"/>
              <a:pathLst>
                <a:path w="8107680">
                  <a:moveTo>
                    <a:pt x="0" y="0"/>
                  </a:moveTo>
                  <a:lnTo>
                    <a:pt x="8107610" y="0"/>
                  </a:lnTo>
                </a:path>
              </a:pathLst>
            </a:custGeom>
            <a:ln w="85724">
              <a:solidFill>
                <a:srgbClr val="FF5C1F"/>
              </a:solidFill>
            </a:ln>
          </p:spPr>
          <p:txBody>
            <a:bodyPr wrap="square" lIns="0" tIns="0" rIns="0" bIns="0" rtlCol="0"/>
            <a:lstStyle/>
            <a:p>
              <a:endParaRPr/>
            </a:p>
          </p:txBody>
        </p:sp>
        <p:sp>
          <p:nvSpPr>
            <p:cNvPr id="6" name="object 6"/>
            <p:cNvSpPr/>
            <p:nvPr/>
          </p:nvSpPr>
          <p:spPr>
            <a:xfrm>
              <a:off x="17656482" y="2063155"/>
              <a:ext cx="262890" cy="262890"/>
            </a:xfrm>
            <a:custGeom>
              <a:avLst/>
              <a:gdLst/>
              <a:ahLst/>
              <a:cxnLst/>
              <a:rect l="l" t="t" r="r" b="b"/>
              <a:pathLst>
                <a:path w="262890" h="262889">
                  <a:moveTo>
                    <a:pt x="131363" y="262727"/>
                  </a:moveTo>
                  <a:lnTo>
                    <a:pt x="80230" y="252404"/>
                  </a:lnTo>
                  <a:lnTo>
                    <a:pt x="38475" y="224252"/>
                  </a:lnTo>
                  <a:lnTo>
                    <a:pt x="10323" y="182496"/>
                  </a:lnTo>
                  <a:lnTo>
                    <a:pt x="0" y="131363"/>
                  </a:lnTo>
                  <a:lnTo>
                    <a:pt x="10323" y="80231"/>
                  </a:lnTo>
                  <a:lnTo>
                    <a:pt x="38475" y="38475"/>
                  </a:lnTo>
                  <a:lnTo>
                    <a:pt x="80230" y="10323"/>
                  </a:lnTo>
                  <a:lnTo>
                    <a:pt x="131363" y="0"/>
                  </a:lnTo>
                  <a:lnTo>
                    <a:pt x="182496" y="10323"/>
                  </a:lnTo>
                  <a:lnTo>
                    <a:pt x="224252" y="38475"/>
                  </a:lnTo>
                  <a:lnTo>
                    <a:pt x="252404" y="80231"/>
                  </a:lnTo>
                  <a:lnTo>
                    <a:pt x="262727" y="131363"/>
                  </a:lnTo>
                  <a:lnTo>
                    <a:pt x="252404" y="182496"/>
                  </a:lnTo>
                  <a:lnTo>
                    <a:pt x="224252" y="224252"/>
                  </a:lnTo>
                  <a:lnTo>
                    <a:pt x="182496" y="252404"/>
                  </a:lnTo>
                  <a:lnTo>
                    <a:pt x="131363" y="262727"/>
                  </a:lnTo>
                  <a:close/>
                </a:path>
              </a:pathLst>
            </a:custGeom>
            <a:solidFill>
              <a:srgbClr val="FF5C1F"/>
            </a:solidFill>
          </p:spPr>
          <p:txBody>
            <a:bodyPr wrap="square" lIns="0" tIns="0" rIns="0" bIns="0" rtlCol="0"/>
            <a:lstStyle/>
            <a:p>
              <a:endParaRPr/>
            </a:p>
          </p:txBody>
        </p:sp>
        <p:sp>
          <p:nvSpPr>
            <p:cNvPr id="7" name="object 7"/>
            <p:cNvSpPr/>
            <p:nvPr/>
          </p:nvSpPr>
          <p:spPr>
            <a:xfrm>
              <a:off x="10855980" y="9909534"/>
              <a:ext cx="6800850" cy="0"/>
            </a:xfrm>
            <a:custGeom>
              <a:avLst/>
              <a:gdLst/>
              <a:ahLst/>
              <a:cxnLst/>
              <a:rect l="l" t="t" r="r" b="b"/>
              <a:pathLst>
                <a:path w="6800850">
                  <a:moveTo>
                    <a:pt x="0" y="0"/>
                  </a:moveTo>
                  <a:lnTo>
                    <a:pt x="6800500" y="0"/>
                  </a:lnTo>
                </a:path>
              </a:pathLst>
            </a:custGeom>
            <a:ln w="95249">
              <a:solidFill>
                <a:srgbClr val="15752A"/>
              </a:solidFill>
            </a:ln>
          </p:spPr>
          <p:txBody>
            <a:bodyPr wrap="square" lIns="0" tIns="0" rIns="0" bIns="0" rtlCol="0"/>
            <a:lstStyle/>
            <a:p>
              <a:endParaRPr/>
            </a:p>
          </p:txBody>
        </p:sp>
        <p:sp>
          <p:nvSpPr>
            <p:cNvPr id="8" name="object 8"/>
            <p:cNvSpPr/>
            <p:nvPr/>
          </p:nvSpPr>
          <p:spPr>
            <a:xfrm>
              <a:off x="557530" y="9909534"/>
              <a:ext cx="6633845" cy="0"/>
            </a:xfrm>
            <a:custGeom>
              <a:avLst/>
              <a:gdLst/>
              <a:ahLst/>
              <a:cxnLst/>
              <a:rect l="l" t="t" r="r" b="b"/>
              <a:pathLst>
                <a:path w="6633845">
                  <a:moveTo>
                    <a:pt x="0" y="0"/>
                  </a:moveTo>
                  <a:lnTo>
                    <a:pt x="6633806" y="0"/>
                  </a:lnTo>
                </a:path>
              </a:pathLst>
            </a:custGeom>
            <a:ln w="95249">
              <a:solidFill>
                <a:srgbClr val="FF5C1F"/>
              </a:solidFill>
            </a:ln>
          </p:spPr>
          <p:txBody>
            <a:bodyPr wrap="square" lIns="0" tIns="0" rIns="0" bIns="0" rtlCol="0"/>
            <a:lstStyle/>
            <a:p>
              <a:endParaRPr/>
            </a:p>
          </p:txBody>
        </p:sp>
        <p:pic>
          <p:nvPicPr>
            <p:cNvPr id="9" name="object 9"/>
            <p:cNvPicPr/>
            <p:nvPr/>
          </p:nvPicPr>
          <p:blipFill>
            <a:blip r:embed="rId2" cstate="print"/>
            <a:stretch>
              <a:fillRect/>
            </a:stretch>
          </p:blipFill>
          <p:spPr>
            <a:xfrm>
              <a:off x="834816" y="151685"/>
              <a:ext cx="1685924" cy="1638299"/>
            </a:xfrm>
            <a:prstGeom prst="rect">
              <a:avLst/>
            </a:prstGeom>
          </p:spPr>
        </p:pic>
        <p:pic>
          <p:nvPicPr>
            <p:cNvPr id="10" name="object 10"/>
            <p:cNvPicPr/>
            <p:nvPr/>
          </p:nvPicPr>
          <p:blipFill>
            <a:blip r:embed="rId3" cstate="print"/>
            <a:stretch>
              <a:fillRect/>
            </a:stretch>
          </p:blipFill>
          <p:spPr>
            <a:xfrm>
              <a:off x="15838393" y="118919"/>
              <a:ext cx="1700212" cy="1705952"/>
            </a:xfrm>
            <a:prstGeom prst="rect">
              <a:avLst/>
            </a:prstGeom>
          </p:spPr>
        </p:pic>
        <p:pic>
          <p:nvPicPr>
            <p:cNvPr id="11" name="object 11"/>
            <p:cNvPicPr/>
            <p:nvPr/>
          </p:nvPicPr>
          <p:blipFill>
            <a:blip r:embed="rId4" cstate="print"/>
            <a:stretch>
              <a:fillRect/>
            </a:stretch>
          </p:blipFill>
          <p:spPr>
            <a:xfrm>
              <a:off x="7885659" y="71388"/>
              <a:ext cx="2438399" cy="1800224"/>
            </a:xfrm>
            <a:prstGeom prst="rect">
              <a:avLst/>
            </a:prstGeom>
          </p:spPr>
        </p:pic>
      </p:grpSp>
      <p:sp>
        <p:nvSpPr>
          <p:cNvPr id="12" name="object 12"/>
          <p:cNvSpPr txBox="1">
            <a:spLocks noGrp="1"/>
          </p:cNvSpPr>
          <p:nvPr>
            <p:ph type="ftr" sz="quarter" idx="5"/>
          </p:nvPr>
        </p:nvSpPr>
        <p:spPr>
          <a:prstGeom prst="rect">
            <a:avLst/>
          </a:prstGeom>
        </p:spPr>
        <p:txBody>
          <a:bodyPr vert="horz" wrap="square" lIns="0" tIns="8255" rIns="0" bIns="0" rtlCol="0">
            <a:spAutoFit/>
          </a:bodyPr>
          <a:lstStyle/>
          <a:p>
            <a:pPr marL="12700">
              <a:lnSpc>
                <a:spcPct val="100000"/>
              </a:lnSpc>
              <a:spcBef>
                <a:spcPts val="65"/>
              </a:spcBef>
            </a:pPr>
            <a:r>
              <a:rPr dirty="0"/>
              <a:t>B</a:t>
            </a:r>
            <a:r>
              <a:rPr spc="-160" dirty="0"/>
              <a:t> </a:t>
            </a:r>
            <a:r>
              <a:rPr spc="-30" dirty="0"/>
              <a:t>U</a:t>
            </a:r>
            <a:r>
              <a:rPr spc="-160" dirty="0"/>
              <a:t> </a:t>
            </a:r>
            <a:r>
              <a:rPr spc="-420" dirty="0"/>
              <a:t>I</a:t>
            </a:r>
            <a:r>
              <a:rPr spc="-160" dirty="0"/>
              <a:t> </a:t>
            </a:r>
            <a:r>
              <a:rPr spc="-65" dirty="0"/>
              <a:t>L</a:t>
            </a:r>
            <a:r>
              <a:rPr spc="-155" dirty="0"/>
              <a:t> </a:t>
            </a:r>
            <a:r>
              <a:rPr spc="-50" dirty="0"/>
              <a:t>D</a:t>
            </a:r>
          </a:p>
        </p:txBody>
      </p:sp>
      <p:sp>
        <p:nvSpPr>
          <p:cNvPr id="13" name="object 13"/>
          <p:cNvSpPr txBox="1">
            <a:spLocks noGrp="1"/>
          </p:cNvSpPr>
          <p:nvPr>
            <p:ph type="dt" sz="half" idx="6"/>
          </p:nvPr>
        </p:nvSpPr>
        <p:spPr>
          <a:prstGeom prst="rect">
            <a:avLst/>
          </a:prstGeom>
        </p:spPr>
        <p:txBody>
          <a:bodyPr vert="horz" wrap="square" lIns="0" tIns="8255" rIns="0" bIns="0" rtlCol="0">
            <a:spAutoFit/>
          </a:bodyPr>
          <a:lstStyle/>
          <a:p>
            <a:pPr marL="12700">
              <a:lnSpc>
                <a:spcPct val="100000"/>
              </a:lnSpc>
              <a:spcBef>
                <a:spcPts val="65"/>
              </a:spcBef>
            </a:pPr>
            <a:r>
              <a:rPr dirty="0"/>
              <a:t>W</a:t>
            </a:r>
            <a:r>
              <a:rPr spc="-180" dirty="0"/>
              <a:t> </a:t>
            </a:r>
            <a:r>
              <a:rPr spc="-420" dirty="0"/>
              <a:t>I</a:t>
            </a:r>
            <a:r>
              <a:rPr spc="-150" dirty="0"/>
              <a:t> </a:t>
            </a:r>
            <a:r>
              <a:rPr spc="-145" dirty="0"/>
              <a:t>T </a:t>
            </a:r>
            <a:r>
              <a:rPr spc="-50" dirty="0"/>
              <a:t>H</a:t>
            </a:r>
          </a:p>
        </p:txBody>
      </p:sp>
      <p:sp>
        <p:nvSpPr>
          <p:cNvPr id="14" name="object 14"/>
          <p:cNvSpPr txBox="1"/>
          <p:nvPr/>
        </p:nvSpPr>
        <p:spPr>
          <a:xfrm>
            <a:off x="9548127" y="9737490"/>
            <a:ext cx="1195070" cy="316230"/>
          </a:xfrm>
          <a:prstGeom prst="rect">
            <a:avLst/>
          </a:prstGeom>
        </p:spPr>
        <p:txBody>
          <a:bodyPr vert="horz" wrap="square" lIns="0" tIns="8255" rIns="0" bIns="0" rtlCol="0">
            <a:spAutoFit/>
          </a:bodyPr>
          <a:lstStyle/>
          <a:p>
            <a:pPr marL="12700">
              <a:lnSpc>
                <a:spcPct val="100000"/>
              </a:lnSpc>
              <a:spcBef>
                <a:spcPts val="65"/>
              </a:spcBef>
            </a:pPr>
            <a:r>
              <a:rPr sz="1850" b="1" dirty="0">
                <a:solidFill>
                  <a:srgbClr val="FF5C1F"/>
                </a:solidFill>
                <a:latin typeface="Nirmala UI"/>
                <a:cs typeface="Nirmala UI"/>
              </a:rPr>
              <a:t>भा</a:t>
            </a:r>
            <a:r>
              <a:rPr sz="1850" b="1" spc="-130" dirty="0">
                <a:solidFill>
                  <a:srgbClr val="FF5C1F"/>
                </a:solidFill>
                <a:latin typeface="Nirmala UI"/>
                <a:cs typeface="Nirmala UI"/>
              </a:rPr>
              <a:t> </a:t>
            </a:r>
            <a:r>
              <a:rPr sz="1850" b="1" spc="-170" dirty="0">
                <a:solidFill>
                  <a:srgbClr val="FF5C1F"/>
                </a:solidFill>
                <a:latin typeface="Nirmala UI"/>
                <a:cs typeface="Nirmala UI"/>
              </a:rPr>
              <a:t>र</a:t>
            </a:r>
            <a:r>
              <a:rPr sz="1850" b="1" spc="-45" dirty="0">
                <a:solidFill>
                  <a:srgbClr val="FF5C1F"/>
                </a:solidFill>
                <a:latin typeface="Nirmala UI"/>
                <a:cs typeface="Nirmala UI"/>
              </a:rPr>
              <a:t> </a:t>
            </a:r>
            <a:r>
              <a:rPr sz="1850" b="1" dirty="0">
                <a:solidFill>
                  <a:srgbClr val="FF5C1F"/>
                </a:solidFill>
                <a:latin typeface="Nirmala UI"/>
                <a:cs typeface="Nirmala UI"/>
              </a:rPr>
              <a:t>त</a:t>
            </a:r>
            <a:r>
              <a:rPr sz="1850" b="1" spc="-100" dirty="0">
                <a:solidFill>
                  <a:srgbClr val="FF5C1F"/>
                </a:solidFill>
                <a:latin typeface="Nirmala UI"/>
                <a:cs typeface="Nirmala UI"/>
              </a:rPr>
              <a:t> </a:t>
            </a:r>
            <a:r>
              <a:rPr sz="1850" b="1" dirty="0">
                <a:solidFill>
                  <a:srgbClr val="FF5C1F"/>
                </a:solidFill>
                <a:latin typeface="Tahoma"/>
                <a:cs typeface="Tahoma"/>
              </a:rPr>
              <a:t>2</a:t>
            </a:r>
            <a:r>
              <a:rPr sz="1850" b="1" spc="-90" dirty="0">
                <a:solidFill>
                  <a:srgbClr val="FF5C1F"/>
                </a:solidFill>
                <a:latin typeface="Tahoma"/>
                <a:cs typeface="Tahoma"/>
              </a:rPr>
              <a:t> </a:t>
            </a:r>
            <a:r>
              <a:rPr sz="1850" b="1" spc="-95" dirty="0">
                <a:solidFill>
                  <a:srgbClr val="FF5C1F"/>
                </a:solidFill>
                <a:latin typeface="Tahoma"/>
                <a:cs typeface="Tahoma"/>
              </a:rPr>
              <a:t>.</a:t>
            </a:r>
            <a:r>
              <a:rPr sz="1850" b="1" spc="-100" dirty="0">
                <a:solidFill>
                  <a:srgbClr val="FF5C1F"/>
                </a:solidFill>
                <a:latin typeface="Tahoma"/>
                <a:cs typeface="Tahoma"/>
              </a:rPr>
              <a:t> </a:t>
            </a:r>
            <a:r>
              <a:rPr sz="1850" b="1" spc="40" dirty="0">
                <a:solidFill>
                  <a:srgbClr val="FF5C1F"/>
                </a:solidFill>
                <a:latin typeface="Tahoma"/>
                <a:cs typeface="Tahoma"/>
              </a:rPr>
              <a:t>0</a:t>
            </a:r>
            <a:endParaRPr sz="1850">
              <a:latin typeface="Tahoma"/>
              <a:cs typeface="Tahoma"/>
            </a:endParaRPr>
          </a:p>
        </p:txBody>
      </p:sp>
      <p:pic>
        <p:nvPicPr>
          <p:cNvPr id="16" name="Picture 15">
            <a:extLst>
              <a:ext uri="{FF2B5EF4-FFF2-40B4-BE49-F238E27FC236}">
                <a16:creationId xmlns:a16="http://schemas.microsoft.com/office/drawing/2014/main" id="{B4B135A7-29A9-0F3B-605B-ED5F46AB5BA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591094" y="2648068"/>
            <a:ext cx="10709161" cy="694961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229" dirty="0"/>
              <a:t>TECH</a:t>
            </a:r>
            <a:r>
              <a:rPr spc="-65" dirty="0"/>
              <a:t> </a:t>
            </a:r>
            <a:r>
              <a:rPr spc="200" dirty="0"/>
              <a:t>STACK</a:t>
            </a:r>
          </a:p>
        </p:txBody>
      </p:sp>
      <p:sp>
        <p:nvSpPr>
          <p:cNvPr id="3" name="object 3"/>
          <p:cNvSpPr/>
          <p:nvPr/>
        </p:nvSpPr>
        <p:spPr>
          <a:xfrm>
            <a:off x="447092" y="1713543"/>
            <a:ext cx="190500" cy="991869"/>
          </a:xfrm>
          <a:custGeom>
            <a:avLst/>
            <a:gdLst/>
            <a:ahLst/>
            <a:cxnLst/>
            <a:rect l="l" t="t" r="r" b="b"/>
            <a:pathLst>
              <a:path w="190500" h="991869">
                <a:moveTo>
                  <a:pt x="190499" y="0"/>
                </a:moveTo>
                <a:lnTo>
                  <a:pt x="190499" y="991268"/>
                </a:lnTo>
                <a:lnTo>
                  <a:pt x="0" y="991268"/>
                </a:lnTo>
                <a:lnTo>
                  <a:pt x="0" y="0"/>
                </a:lnTo>
                <a:lnTo>
                  <a:pt x="190499" y="0"/>
                </a:lnTo>
                <a:close/>
              </a:path>
            </a:pathLst>
          </a:custGeom>
          <a:solidFill>
            <a:srgbClr val="FF5C1F"/>
          </a:solidFill>
        </p:spPr>
        <p:txBody>
          <a:bodyPr wrap="square" lIns="0" tIns="0" rIns="0" bIns="0" rtlCol="0"/>
          <a:lstStyle/>
          <a:p>
            <a:endParaRPr/>
          </a:p>
        </p:txBody>
      </p:sp>
      <p:grpSp>
        <p:nvGrpSpPr>
          <p:cNvPr id="4" name="object 4"/>
          <p:cNvGrpSpPr/>
          <p:nvPr/>
        </p:nvGrpSpPr>
        <p:grpSpPr>
          <a:xfrm>
            <a:off x="557530" y="71388"/>
            <a:ext cx="17362170" cy="9886315"/>
            <a:chOff x="557530" y="71388"/>
            <a:chExt cx="17362170" cy="9886315"/>
          </a:xfrm>
        </p:grpSpPr>
        <p:sp>
          <p:nvSpPr>
            <p:cNvPr id="5" name="object 5"/>
            <p:cNvSpPr/>
            <p:nvPr/>
          </p:nvSpPr>
          <p:spPr>
            <a:xfrm>
              <a:off x="6527988" y="2194520"/>
              <a:ext cx="11270615" cy="0"/>
            </a:xfrm>
            <a:custGeom>
              <a:avLst/>
              <a:gdLst/>
              <a:ahLst/>
              <a:cxnLst/>
              <a:rect l="l" t="t" r="r" b="b"/>
              <a:pathLst>
                <a:path w="11270615">
                  <a:moveTo>
                    <a:pt x="0" y="0"/>
                  </a:moveTo>
                  <a:lnTo>
                    <a:pt x="11270019" y="0"/>
                  </a:lnTo>
                </a:path>
              </a:pathLst>
            </a:custGeom>
            <a:ln w="85724">
              <a:solidFill>
                <a:srgbClr val="FF5C1F"/>
              </a:solidFill>
            </a:ln>
          </p:spPr>
          <p:txBody>
            <a:bodyPr wrap="square" lIns="0" tIns="0" rIns="0" bIns="0" rtlCol="0"/>
            <a:lstStyle/>
            <a:p>
              <a:endParaRPr/>
            </a:p>
          </p:txBody>
        </p:sp>
        <p:sp>
          <p:nvSpPr>
            <p:cNvPr id="6" name="object 6"/>
            <p:cNvSpPr/>
            <p:nvPr/>
          </p:nvSpPr>
          <p:spPr>
            <a:xfrm>
              <a:off x="17656482" y="2063155"/>
              <a:ext cx="262890" cy="262890"/>
            </a:xfrm>
            <a:custGeom>
              <a:avLst/>
              <a:gdLst/>
              <a:ahLst/>
              <a:cxnLst/>
              <a:rect l="l" t="t" r="r" b="b"/>
              <a:pathLst>
                <a:path w="262890" h="262889">
                  <a:moveTo>
                    <a:pt x="131363" y="262727"/>
                  </a:moveTo>
                  <a:lnTo>
                    <a:pt x="80230" y="252404"/>
                  </a:lnTo>
                  <a:lnTo>
                    <a:pt x="38475" y="224252"/>
                  </a:lnTo>
                  <a:lnTo>
                    <a:pt x="10323" y="182496"/>
                  </a:lnTo>
                  <a:lnTo>
                    <a:pt x="0" y="131363"/>
                  </a:lnTo>
                  <a:lnTo>
                    <a:pt x="10323" y="80231"/>
                  </a:lnTo>
                  <a:lnTo>
                    <a:pt x="38475" y="38475"/>
                  </a:lnTo>
                  <a:lnTo>
                    <a:pt x="80230" y="10323"/>
                  </a:lnTo>
                  <a:lnTo>
                    <a:pt x="131363" y="0"/>
                  </a:lnTo>
                  <a:lnTo>
                    <a:pt x="182496" y="10323"/>
                  </a:lnTo>
                  <a:lnTo>
                    <a:pt x="224252" y="38475"/>
                  </a:lnTo>
                  <a:lnTo>
                    <a:pt x="252404" y="80231"/>
                  </a:lnTo>
                  <a:lnTo>
                    <a:pt x="262727" y="131363"/>
                  </a:lnTo>
                  <a:lnTo>
                    <a:pt x="252404" y="182496"/>
                  </a:lnTo>
                  <a:lnTo>
                    <a:pt x="224252" y="224252"/>
                  </a:lnTo>
                  <a:lnTo>
                    <a:pt x="182496" y="252404"/>
                  </a:lnTo>
                  <a:lnTo>
                    <a:pt x="131363" y="262727"/>
                  </a:lnTo>
                  <a:close/>
                </a:path>
              </a:pathLst>
            </a:custGeom>
            <a:solidFill>
              <a:srgbClr val="FF5C1F"/>
            </a:solidFill>
          </p:spPr>
          <p:txBody>
            <a:bodyPr wrap="square" lIns="0" tIns="0" rIns="0" bIns="0" rtlCol="0"/>
            <a:lstStyle/>
            <a:p>
              <a:endParaRPr/>
            </a:p>
          </p:txBody>
        </p:sp>
        <p:sp>
          <p:nvSpPr>
            <p:cNvPr id="7" name="object 7"/>
            <p:cNvSpPr/>
            <p:nvPr/>
          </p:nvSpPr>
          <p:spPr>
            <a:xfrm>
              <a:off x="10855980" y="9909534"/>
              <a:ext cx="6800850" cy="0"/>
            </a:xfrm>
            <a:custGeom>
              <a:avLst/>
              <a:gdLst/>
              <a:ahLst/>
              <a:cxnLst/>
              <a:rect l="l" t="t" r="r" b="b"/>
              <a:pathLst>
                <a:path w="6800850">
                  <a:moveTo>
                    <a:pt x="0" y="0"/>
                  </a:moveTo>
                  <a:lnTo>
                    <a:pt x="6800500" y="0"/>
                  </a:lnTo>
                </a:path>
              </a:pathLst>
            </a:custGeom>
            <a:ln w="95249">
              <a:solidFill>
                <a:srgbClr val="15752A"/>
              </a:solidFill>
            </a:ln>
          </p:spPr>
          <p:txBody>
            <a:bodyPr wrap="square" lIns="0" tIns="0" rIns="0" bIns="0" rtlCol="0"/>
            <a:lstStyle/>
            <a:p>
              <a:endParaRPr/>
            </a:p>
          </p:txBody>
        </p:sp>
        <p:sp>
          <p:nvSpPr>
            <p:cNvPr id="8" name="object 8"/>
            <p:cNvSpPr/>
            <p:nvPr/>
          </p:nvSpPr>
          <p:spPr>
            <a:xfrm>
              <a:off x="557530" y="9909534"/>
              <a:ext cx="6633845" cy="0"/>
            </a:xfrm>
            <a:custGeom>
              <a:avLst/>
              <a:gdLst/>
              <a:ahLst/>
              <a:cxnLst/>
              <a:rect l="l" t="t" r="r" b="b"/>
              <a:pathLst>
                <a:path w="6633845">
                  <a:moveTo>
                    <a:pt x="0" y="0"/>
                  </a:moveTo>
                  <a:lnTo>
                    <a:pt x="6633806" y="0"/>
                  </a:lnTo>
                </a:path>
              </a:pathLst>
            </a:custGeom>
            <a:ln w="95249">
              <a:solidFill>
                <a:srgbClr val="FF5C1F"/>
              </a:solidFill>
            </a:ln>
          </p:spPr>
          <p:txBody>
            <a:bodyPr wrap="square" lIns="0" tIns="0" rIns="0" bIns="0" rtlCol="0"/>
            <a:lstStyle/>
            <a:p>
              <a:endParaRPr/>
            </a:p>
          </p:txBody>
        </p:sp>
        <p:pic>
          <p:nvPicPr>
            <p:cNvPr id="9" name="object 9"/>
            <p:cNvPicPr/>
            <p:nvPr/>
          </p:nvPicPr>
          <p:blipFill>
            <a:blip r:embed="rId2" cstate="print"/>
            <a:stretch>
              <a:fillRect/>
            </a:stretch>
          </p:blipFill>
          <p:spPr>
            <a:xfrm>
              <a:off x="834816" y="151685"/>
              <a:ext cx="1685924" cy="1638299"/>
            </a:xfrm>
            <a:prstGeom prst="rect">
              <a:avLst/>
            </a:prstGeom>
          </p:spPr>
        </p:pic>
        <p:pic>
          <p:nvPicPr>
            <p:cNvPr id="10" name="object 10"/>
            <p:cNvPicPr/>
            <p:nvPr/>
          </p:nvPicPr>
          <p:blipFill>
            <a:blip r:embed="rId3" cstate="print"/>
            <a:stretch>
              <a:fillRect/>
            </a:stretch>
          </p:blipFill>
          <p:spPr>
            <a:xfrm>
              <a:off x="15838393" y="118919"/>
              <a:ext cx="1700212" cy="1705952"/>
            </a:xfrm>
            <a:prstGeom prst="rect">
              <a:avLst/>
            </a:prstGeom>
          </p:spPr>
        </p:pic>
        <p:pic>
          <p:nvPicPr>
            <p:cNvPr id="11" name="object 11"/>
            <p:cNvPicPr/>
            <p:nvPr/>
          </p:nvPicPr>
          <p:blipFill>
            <a:blip r:embed="rId4" cstate="print"/>
            <a:stretch>
              <a:fillRect/>
            </a:stretch>
          </p:blipFill>
          <p:spPr>
            <a:xfrm>
              <a:off x="7885659" y="71388"/>
              <a:ext cx="2438399" cy="1800224"/>
            </a:xfrm>
            <a:prstGeom prst="rect">
              <a:avLst/>
            </a:prstGeom>
          </p:spPr>
        </p:pic>
      </p:grpSp>
      <p:sp>
        <p:nvSpPr>
          <p:cNvPr id="12" name="object 12"/>
          <p:cNvSpPr txBox="1">
            <a:spLocks noGrp="1"/>
          </p:cNvSpPr>
          <p:nvPr>
            <p:ph type="ftr" sz="quarter" idx="5"/>
          </p:nvPr>
        </p:nvSpPr>
        <p:spPr>
          <a:prstGeom prst="rect">
            <a:avLst/>
          </a:prstGeom>
        </p:spPr>
        <p:txBody>
          <a:bodyPr vert="horz" wrap="square" lIns="0" tIns="8255" rIns="0" bIns="0" rtlCol="0">
            <a:spAutoFit/>
          </a:bodyPr>
          <a:lstStyle/>
          <a:p>
            <a:pPr marL="12700">
              <a:lnSpc>
                <a:spcPct val="100000"/>
              </a:lnSpc>
              <a:spcBef>
                <a:spcPts val="65"/>
              </a:spcBef>
            </a:pPr>
            <a:r>
              <a:rPr dirty="0"/>
              <a:t>B</a:t>
            </a:r>
            <a:r>
              <a:rPr spc="-160" dirty="0"/>
              <a:t> </a:t>
            </a:r>
            <a:r>
              <a:rPr spc="-30" dirty="0"/>
              <a:t>U</a:t>
            </a:r>
            <a:r>
              <a:rPr spc="-160" dirty="0"/>
              <a:t> </a:t>
            </a:r>
            <a:r>
              <a:rPr spc="-420" dirty="0"/>
              <a:t>I</a:t>
            </a:r>
            <a:r>
              <a:rPr spc="-160" dirty="0"/>
              <a:t> </a:t>
            </a:r>
            <a:r>
              <a:rPr spc="-65" dirty="0"/>
              <a:t>L</a:t>
            </a:r>
            <a:r>
              <a:rPr spc="-155" dirty="0"/>
              <a:t> </a:t>
            </a:r>
            <a:r>
              <a:rPr spc="-50" dirty="0"/>
              <a:t>D</a:t>
            </a:r>
          </a:p>
        </p:txBody>
      </p:sp>
      <p:sp>
        <p:nvSpPr>
          <p:cNvPr id="13" name="object 13"/>
          <p:cNvSpPr txBox="1">
            <a:spLocks noGrp="1"/>
          </p:cNvSpPr>
          <p:nvPr>
            <p:ph type="dt" sz="half" idx="6"/>
          </p:nvPr>
        </p:nvSpPr>
        <p:spPr>
          <a:prstGeom prst="rect">
            <a:avLst/>
          </a:prstGeom>
        </p:spPr>
        <p:txBody>
          <a:bodyPr vert="horz" wrap="square" lIns="0" tIns="8255" rIns="0" bIns="0" rtlCol="0">
            <a:spAutoFit/>
          </a:bodyPr>
          <a:lstStyle/>
          <a:p>
            <a:pPr marL="12700">
              <a:lnSpc>
                <a:spcPct val="100000"/>
              </a:lnSpc>
              <a:spcBef>
                <a:spcPts val="65"/>
              </a:spcBef>
            </a:pPr>
            <a:r>
              <a:rPr dirty="0"/>
              <a:t>W</a:t>
            </a:r>
            <a:r>
              <a:rPr spc="-180" dirty="0"/>
              <a:t> </a:t>
            </a:r>
            <a:r>
              <a:rPr spc="-420" dirty="0"/>
              <a:t>I</a:t>
            </a:r>
            <a:r>
              <a:rPr spc="-150" dirty="0"/>
              <a:t> </a:t>
            </a:r>
            <a:r>
              <a:rPr spc="-145" dirty="0"/>
              <a:t>T </a:t>
            </a:r>
            <a:r>
              <a:rPr spc="-50" dirty="0"/>
              <a:t>H</a:t>
            </a:r>
          </a:p>
        </p:txBody>
      </p:sp>
      <p:sp>
        <p:nvSpPr>
          <p:cNvPr id="14" name="object 14"/>
          <p:cNvSpPr txBox="1"/>
          <p:nvPr/>
        </p:nvSpPr>
        <p:spPr>
          <a:xfrm>
            <a:off x="9548127" y="9737490"/>
            <a:ext cx="1195070" cy="316230"/>
          </a:xfrm>
          <a:prstGeom prst="rect">
            <a:avLst/>
          </a:prstGeom>
        </p:spPr>
        <p:txBody>
          <a:bodyPr vert="horz" wrap="square" lIns="0" tIns="8255" rIns="0" bIns="0" rtlCol="0">
            <a:spAutoFit/>
          </a:bodyPr>
          <a:lstStyle/>
          <a:p>
            <a:pPr marL="12700">
              <a:lnSpc>
                <a:spcPct val="100000"/>
              </a:lnSpc>
              <a:spcBef>
                <a:spcPts val="65"/>
              </a:spcBef>
            </a:pPr>
            <a:r>
              <a:rPr sz="1850" b="1" dirty="0">
                <a:solidFill>
                  <a:srgbClr val="FF5C1F"/>
                </a:solidFill>
                <a:latin typeface="Nirmala UI"/>
                <a:cs typeface="Nirmala UI"/>
              </a:rPr>
              <a:t>भा</a:t>
            </a:r>
            <a:r>
              <a:rPr sz="1850" b="1" spc="-130" dirty="0">
                <a:solidFill>
                  <a:srgbClr val="FF5C1F"/>
                </a:solidFill>
                <a:latin typeface="Nirmala UI"/>
                <a:cs typeface="Nirmala UI"/>
              </a:rPr>
              <a:t> </a:t>
            </a:r>
            <a:r>
              <a:rPr sz="1850" b="1" spc="-170" dirty="0">
                <a:solidFill>
                  <a:srgbClr val="FF5C1F"/>
                </a:solidFill>
                <a:latin typeface="Nirmala UI"/>
                <a:cs typeface="Nirmala UI"/>
              </a:rPr>
              <a:t>र</a:t>
            </a:r>
            <a:r>
              <a:rPr sz="1850" b="1" spc="-45" dirty="0">
                <a:solidFill>
                  <a:srgbClr val="FF5C1F"/>
                </a:solidFill>
                <a:latin typeface="Nirmala UI"/>
                <a:cs typeface="Nirmala UI"/>
              </a:rPr>
              <a:t> </a:t>
            </a:r>
            <a:r>
              <a:rPr sz="1850" b="1" dirty="0">
                <a:solidFill>
                  <a:srgbClr val="FF5C1F"/>
                </a:solidFill>
                <a:latin typeface="Nirmala UI"/>
                <a:cs typeface="Nirmala UI"/>
              </a:rPr>
              <a:t>त</a:t>
            </a:r>
            <a:r>
              <a:rPr sz="1850" b="1" spc="-100" dirty="0">
                <a:solidFill>
                  <a:srgbClr val="FF5C1F"/>
                </a:solidFill>
                <a:latin typeface="Nirmala UI"/>
                <a:cs typeface="Nirmala UI"/>
              </a:rPr>
              <a:t> </a:t>
            </a:r>
            <a:r>
              <a:rPr sz="1850" b="1" dirty="0">
                <a:solidFill>
                  <a:srgbClr val="FF5C1F"/>
                </a:solidFill>
                <a:latin typeface="Tahoma"/>
                <a:cs typeface="Tahoma"/>
              </a:rPr>
              <a:t>2</a:t>
            </a:r>
            <a:r>
              <a:rPr sz="1850" b="1" spc="-90" dirty="0">
                <a:solidFill>
                  <a:srgbClr val="FF5C1F"/>
                </a:solidFill>
                <a:latin typeface="Tahoma"/>
                <a:cs typeface="Tahoma"/>
              </a:rPr>
              <a:t> </a:t>
            </a:r>
            <a:r>
              <a:rPr sz="1850" b="1" spc="-95" dirty="0">
                <a:solidFill>
                  <a:srgbClr val="FF5C1F"/>
                </a:solidFill>
                <a:latin typeface="Tahoma"/>
                <a:cs typeface="Tahoma"/>
              </a:rPr>
              <a:t>.</a:t>
            </a:r>
            <a:r>
              <a:rPr sz="1850" b="1" spc="-100" dirty="0">
                <a:solidFill>
                  <a:srgbClr val="FF5C1F"/>
                </a:solidFill>
                <a:latin typeface="Tahoma"/>
                <a:cs typeface="Tahoma"/>
              </a:rPr>
              <a:t> </a:t>
            </a:r>
            <a:r>
              <a:rPr sz="1850" b="1" spc="40" dirty="0">
                <a:solidFill>
                  <a:srgbClr val="FF5C1F"/>
                </a:solidFill>
                <a:latin typeface="Tahoma"/>
                <a:cs typeface="Tahoma"/>
              </a:rPr>
              <a:t>0</a:t>
            </a:r>
            <a:endParaRPr sz="1850">
              <a:latin typeface="Tahoma"/>
              <a:cs typeface="Tahoma"/>
            </a:endParaRPr>
          </a:p>
        </p:txBody>
      </p:sp>
      <p:sp>
        <p:nvSpPr>
          <p:cNvPr id="15" name="TextBox 14">
            <a:extLst>
              <a:ext uri="{FF2B5EF4-FFF2-40B4-BE49-F238E27FC236}">
                <a16:creationId xmlns:a16="http://schemas.microsoft.com/office/drawing/2014/main" id="{211FCBA7-2119-A5F8-B5A0-862223EF175E}"/>
              </a:ext>
            </a:extLst>
          </p:cNvPr>
          <p:cNvSpPr txBox="1"/>
          <p:nvPr/>
        </p:nvSpPr>
        <p:spPr>
          <a:xfrm>
            <a:off x="368718" y="2993260"/>
            <a:ext cx="17472280" cy="6651873"/>
          </a:xfrm>
          <a:prstGeom prst="rect">
            <a:avLst/>
          </a:prstGeom>
          <a:noFill/>
        </p:spPr>
        <p:txBody>
          <a:bodyPr wrap="square" rtlCol="0">
            <a:spAutoFit/>
          </a:bodyPr>
          <a:lstStyle/>
          <a:p>
            <a:endParaRPr lang="en-IN" dirty="0"/>
          </a:p>
        </p:txBody>
      </p:sp>
      <p:sp>
        <p:nvSpPr>
          <p:cNvPr id="56" name="TextBox 55">
            <a:extLst>
              <a:ext uri="{FF2B5EF4-FFF2-40B4-BE49-F238E27FC236}">
                <a16:creationId xmlns:a16="http://schemas.microsoft.com/office/drawing/2014/main" id="{1F545885-0562-E238-8D28-02ECB1A74EDA}"/>
              </a:ext>
            </a:extLst>
          </p:cNvPr>
          <p:cNvSpPr txBox="1"/>
          <p:nvPr/>
        </p:nvSpPr>
        <p:spPr>
          <a:xfrm>
            <a:off x="1143000" y="3257658"/>
            <a:ext cx="3975004" cy="646331"/>
          </a:xfrm>
          <a:prstGeom prst="rect">
            <a:avLst/>
          </a:prstGeom>
          <a:solidFill>
            <a:schemeClr val="accent6">
              <a:lumMod val="75000"/>
            </a:schemeClr>
          </a:solidFill>
        </p:spPr>
        <p:txBody>
          <a:bodyPr wrap="square" rtlCol="0">
            <a:spAutoFit/>
          </a:bodyPr>
          <a:lstStyle/>
          <a:p>
            <a:pPr algn="ctr"/>
            <a:r>
              <a:rPr lang="en-US" sz="3600" b="1" dirty="0">
                <a:solidFill>
                  <a:schemeClr val="bg1"/>
                </a:solidFill>
              </a:rPr>
              <a:t>Hardware</a:t>
            </a:r>
            <a:endParaRPr lang="en-IN" sz="3600" b="1" dirty="0">
              <a:solidFill>
                <a:schemeClr val="bg1"/>
              </a:solidFill>
            </a:endParaRPr>
          </a:p>
        </p:txBody>
      </p:sp>
      <p:sp>
        <p:nvSpPr>
          <p:cNvPr id="57" name="TextBox 56">
            <a:extLst>
              <a:ext uri="{FF2B5EF4-FFF2-40B4-BE49-F238E27FC236}">
                <a16:creationId xmlns:a16="http://schemas.microsoft.com/office/drawing/2014/main" id="{84DE7BE7-7777-B06E-5414-302B27D411BB}"/>
              </a:ext>
            </a:extLst>
          </p:cNvPr>
          <p:cNvSpPr txBox="1"/>
          <p:nvPr/>
        </p:nvSpPr>
        <p:spPr>
          <a:xfrm>
            <a:off x="7117355" y="3257657"/>
            <a:ext cx="3975005" cy="646331"/>
          </a:xfrm>
          <a:prstGeom prst="rect">
            <a:avLst/>
          </a:prstGeom>
          <a:solidFill>
            <a:srgbClr val="7030A0"/>
          </a:solidFill>
        </p:spPr>
        <p:txBody>
          <a:bodyPr wrap="square" rtlCol="0">
            <a:spAutoFit/>
          </a:bodyPr>
          <a:lstStyle/>
          <a:p>
            <a:pPr algn="ctr"/>
            <a:r>
              <a:rPr lang="en-US" sz="3600" b="1" dirty="0">
                <a:solidFill>
                  <a:schemeClr val="bg1"/>
                </a:solidFill>
              </a:rPr>
              <a:t>Software</a:t>
            </a:r>
            <a:endParaRPr lang="en-IN" sz="3600" b="1" dirty="0">
              <a:solidFill>
                <a:schemeClr val="bg1"/>
              </a:solidFill>
            </a:endParaRPr>
          </a:p>
        </p:txBody>
      </p:sp>
      <p:sp>
        <p:nvSpPr>
          <p:cNvPr id="58" name="TextBox 57">
            <a:extLst>
              <a:ext uri="{FF2B5EF4-FFF2-40B4-BE49-F238E27FC236}">
                <a16:creationId xmlns:a16="http://schemas.microsoft.com/office/drawing/2014/main" id="{C5AF037C-4592-C490-DE21-EC7B5D400EAD}"/>
              </a:ext>
            </a:extLst>
          </p:cNvPr>
          <p:cNvSpPr txBox="1"/>
          <p:nvPr/>
        </p:nvSpPr>
        <p:spPr>
          <a:xfrm>
            <a:off x="13411199" y="3257658"/>
            <a:ext cx="3975005" cy="646331"/>
          </a:xfrm>
          <a:prstGeom prst="rect">
            <a:avLst/>
          </a:prstGeom>
          <a:solidFill>
            <a:srgbClr val="00B050"/>
          </a:solidFill>
        </p:spPr>
        <p:txBody>
          <a:bodyPr wrap="square" rtlCol="0">
            <a:spAutoFit/>
          </a:bodyPr>
          <a:lstStyle/>
          <a:p>
            <a:pPr algn="ctr"/>
            <a:r>
              <a:rPr lang="en-US" sz="3600" b="1" dirty="0">
                <a:solidFill>
                  <a:schemeClr val="bg1"/>
                </a:solidFill>
              </a:rPr>
              <a:t>Communication</a:t>
            </a:r>
            <a:endParaRPr lang="en-IN" sz="3600" b="1" dirty="0">
              <a:solidFill>
                <a:schemeClr val="bg1"/>
              </a:solidFill>
            </a:endParaRPr>
          </a:p>
        </p:txBody>
      </p:sp>
      <p:sp>
        <p:nvSpPr>
          <p:cNvPr id="59" name="Rectangle: Rounded Corners 58">
            <a:extLst>
              <a:ext uri="{FF2B5EF4-FFF2-40B4-BE49-F238E27FC236}">
                <a16:creationId xmlns:a16="http://schemas.microsoft.com/office/drawing/2014/main" id="{40C6A837-31CA-5DB3-CF88-57F0CEEE5555}"/>
              </a:ext>
            </a:extLst>
          </p:cNvPr>
          <p:cNvSpPr/>
          <p:nvPr/>
        </p:nvSpPr>
        <p:spPr>
          <a:xfrm>
            <a:off x="990600" y="4664062"/>
            <a:ext cx="4511813" cy="4272116"/>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marL="342900" lvl="0" indent="-342900" algn="l">
              <a:buFont typeface="Arial" panose="020B0604020202020204" pitchFamily="34" charset="0"/>
              <a:buChar char="•"/>
            </a:pPr>
            <a:r>
              <a:rPr lang="en-IN" sz="2400" b="1" dirty="0">
                <a:solidFill>
                  <a:schemeClr val="dk1"/>
                </a:solidFill>
                <a:latin typeface="+mn-lt"/>
                <a:ea typeface="+mn-ea"/>
                <a:cs typeface="+mn-cs"/>
              </a:rPr>
              <a:t>ESP32-S3 </a:t>
            </a:r>
          </a:p>
          <a:p>
            <a:pPr marL="342900" lvl="0" indent="-342900" algn="l">
              <a:buFont typeface="Arial" panose="020B0604020202020204" pitchFamily="34" charset="0"/>
              <a:buChar char="•"/>
            </a:pPr>
            <a:r>
              <a:rPr lang="en-IN" sz="2400" b="1" dirty="0">
                <a:solidFill>
                  <a:schemeClr val="dk1"/>
                </a:solidFill>
                <a:latin typeface="+mn-lt"/>
                <a:ea typeface="+mn-ea"/>
                <a:cs typeface="+mn-cs"/>
              </a:rPr>
              <a:t>SX1262 LoRa Module </a:t>
            </a:r>
          </a:p>
          <a:p>
            <a:pPr marL="342900" lvl="0" indent="-342900" algn="l">
              <a:buFont typeface="Arial" panose="020B0604020202020204" pitchFamily="34" charset="0"/>
              <a:buChar char="•"/>
            </a:pPr>
            <a:r>
              <a:rPr lang="en-IN" sz="2400" b="1" dirty="0">
                <a:solidFill>
                  <a:schemeClr val="dk1"/>
                </a:solidFill>
                <a:latin typeface="+mn-lt"/>
                <a:ea typeface="+mn-ea"/>
                <a:cs typeface="+mn-cs"/>
              </a:rPr>
              <a:t>INMP441  Microphone </a:t>
            </a:r>
          </a:p>
          <a:p>
            <a:pPr marL="342900" lvl="0" indent="-342900" algn="l">
              <a:buFont typeface="Arial" panose="020B0604020202020204" pitchFamily="34" charset="0"/>
              <a:buChar char="•"/>
            </a:pPr>
            <a:r>
              <a:rPr lang="en-IN" sz="2400" b="1" dirty="0">
                <a:solidFill>
                  <a:schemeClr val="dk1"/>
                </a:solidFill>
                <a:latin typeface="+mn-lt"/>
                <a:ea typeface="+mn-ea"/>
                <a:cs typeface="+mn-cs"/>
              </a:rPr>
              <a:t>SW-420 </a:t>
            </a:r>
          </a:p>
          <a:p>
            <a:pPr marL="342900" lvl="0" indent="-342900" algn="l">
              <a:buFont typeface="Arial" panose="020B0604020202020204" pitchFamily="34" charset="0"/>
              <a:buChar char="•"/>
            </a:pPr>
            <a:r>
              <a:rPr lang="en-IN" sz="2400" b="1" dirty="0">
                <a:solidFill>
                  <a:schemeClr val="dk1"/>
                </a:solidFill>
                <a:latin typeface="+mn-lt"/>
                <a:ea typeface="+mn-ea"/>
                <a:cs typeface="+mn-cs"/>
              </a:rPr>
              <a:t>MPU6050 </a:t>
            </a:r>
          </a:p>
          <a:p>
            <a:pPr marL="342900" lvl="0" indent="-342900" algn="l">
              <a:buFont typeface="Arial" panose="020B0604020202020204" pitchFamily="34" charset="0"/>
              <a:buChar char="•"/>
            </a:pPr>
            <a:r>
              <a:rPr lang="en-IN" sz="2400" b="1" dirty="0">
                <a:solidFill>
                  <a:schemeClr val="dk1"/>
                </a:solidFill>
                <a:latin typeface="+mn-lt"/>
                <a:ea typeface="+mn-ea"/>
                <a:cs typeface="+mn-cs"/>
              </a:rPr>
              <a:t>GPS Module </a:t>
            </a:r>
          </a:p>
          <a:p>
            <a:pPr marL="342900" lvl="0" indent="-342900" algn="l">
              <a:buFont typeface="Arial" panose="020B0604020202020204" pitchFamily="34" charset="0"/>
              <a:buChar char="•"/>
            </a:pPr>
            <a:r>
              <a:rPr lang="en-IN" sz="2400" b="1" dirty="0">
                <a:solidFill>
                  <a:schemeClr val="dk1"/>
                </a:solidFill>
                <a:latin typeface="+mn-lt"/>
                <a:ea typeface="+mn-ea"/>
                <a:cs typeface="+mn-cs"/>
              </a:rPr>
              <a:t>18650 Li-ion Battery + TP4056 Charger </a:t>
            </a:r>
          </a:p>
          <a:p>
            <a:pPr marL="342900" lvl="0" indent="-342900" algn="l">
              <a:buFont typeface="Arial" panose="020B0604020202020204" pitchFamily="34" charset="0"/>
              <a:buChar char="•"/>
            </a:pPr>
            <a:r>
              <a:rPr lang="en-IN" sz="2400" b="1" dirty="0">
                <a:solidFill>
                  <a:schemeClr val="dk1"/>
                </a:solidFill>
                <a:latin typeface="+mn-lt"/>
                <a:ea typeface="+mn-ea"/>
                <a:cs typeface="+mn-cs"/>
              </a:rPr>
              <a:t>Onboard Status LEDs</a:t>
            </a:r>
          </a:p>
        </p:txBody>
      </p:sp>
      <p:sp>
        <p:nvSpPr>
          <p:cNvPr id="62" name="Rectangle: Rounded Corners 61">
            <a:extLst>
              <a:ext uri="{FF2B5EF4-FFF2-40B4-BE49-F238E27FC236}">
                <a16:creationId xmlns:a16="http://schemas.microsoft.com/office/drawing/2014/main" id="{2577036B-5EDE-436F-78F2-FA6276DE748E}"/>
              </a:ext>
            </a:extLst>
          </p:cNvPr>
          <p:cNvSpPr/>
          <p:nvPr/>
        </p:nvSpPr>
        <p:spPr>
          <a:xfrm>
            <a:off x="6888093" y="4649313"/>
            <a:ext cx="4511813" cy="4289438"/>
          </a:xfrm>
          <a:prstGeom prst="roundRect">
            <a:avLst/>
          </a:prstGeom>
        </p:spPr>
        <p:style>
          <a:lnRef idx="2">
            <a:schemeClr val="accent4"/>
          </a:lnRef>
          <a:fillRef idx="1">
            <a:schemeClr val="lt1"/>
          </a:fillRef>
          <a:effectRef idx="0">
            <a:schemeClr val="accent4"/>
          </a:effectRef>
          <a:fontRef idx="minor">
            <a:schemeClr val="dk1"/>
          </a:fontRef>
        </p:style>
        <p:txBody>
          <a:bodyPr rtlCol="0" anchor="ctr"/>
          <a:lstStyle/>
          <a:p>
            <a:pPr marL="342900" lvl="0" indent="-342900" algn="l">
              <a:buFont typeface="Arial" panose="020B0604020202020204" pitchFamily="34" charset="0"/>
              <a:buChar char="•"/>
            </a:pPr>
            <a:r>
              <a:rPr lang="en-IN" sz="2400" b="1" dirty="0"/>
              <a:t>Micro Python / Arduino Firmware</a:t>
            </a:r>
          </a:p>
          <a:p>
            <a:pPr marL="342900" lvl="0" indent="-342900" algn="l">
              <a:buFont typeface="Arial" panose="020B0604020202020204" pitchFamily="34" charset="0"/>
              <a:buChar char="•"/>
            </a:pPr>
            <a:r>
              <a:rPr lang="en-IN" sz="2400" b="1" dirty="0"/>
              <a:t>Real-time Signal Processing</a:t>
            </a:r>
          </a:p>
          <a:p>
            <a:pPr marL="342900" lvl="0" indent="-342900" algn="l">
              <a:buFont typeface="Arial" panose="020B0604020202020204" pitchFamily="34" charset="0"/>
              <a:buChar char="•"/>
            </a:pPr>
            <a:r>
              <a:rPr lang="en-IN" sz="2400" b="1" dirty="0"/>
              <a:t>ML-based Survivor Detection</a:t>
            </a:r>
          </a:p>
          <a:p>
            <a:pPr marL="342900" lvl="0" indent="-342900" algn="l">
              <a:buFont typeface="Arial" panose="020B0604020202020204" pitchFamily="34" charset="0"/>
              <a:buChar char="•"/>
            </a:pPr>
            <a:r>
              <a:rPr lang="en-IN" sz="2400" b="1" dirty="0"/>
              <a:t>Mobile App </a:t>
            </a:r>
          </a:p>
          <a:p>
            <a:pPr marL="342900" lvl="0" indent="-342900" algn="l">
              <a:buFont typeface="Arial" panose="020B0604020202020204" pitchFamily="34" charset="0"/>
              <a:buChar char="•"/>
            </a:pPr>
            <a:r>
              <a:rPr lang="en-IN" sz="2400" b="1" dirty="0"/>
              <a:t>GPS Processing Libraries (Tiny GPS++)</a:t>
            </a:r>
          </a:p>
        </p:txBody>
      </p:sp>
      <p:sp>
        <p:nvSpPr>
          <p:cNvPr id="63" name="Rectangle: Rounded Corners 62">
            <a:extLst>
              <a:ext uri="{FF2B5EF4-FFF2-40B4-BE49-F238E27FC236}">
                <a16:creationId xmlns:a16="http://schemas.microsoft.com/office/drawing/2014/main" id="{9151FEE3-6139-9DB9-D968-9EF06284502B}"/>
              </a:ext>
            </a:extLst>
          </p:cNvPr>
          <p:cNvSpPr/>
          <p:nvPr/>
        </p:nvSpPr>
        <p:spPr>
          <a:xfrm>
            <a:off x="13144669" y="4638503"/>
            <a:ext cx="4511813" cy="4272116"/>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pPr marL="342900" lvl="0" indent="-342900" algn="l">
              <a:buFont typeface="Arial" panose="020B0604020202020204" pitchFamily="34" charset="0"/>
              <a:buChar char="•"/>
            </a:pPr>
            <a:r>
              <a:rPr lang="en-IN" sz="2400" b="1" dirty="0">
                <a:solidFill>
                  <a:schemeClr val="dk1"/>
                </a:solidFill>
                <a:latin typeface="+mn-lt"/>
                <a:ea typeface="+mn-ea"/>
                <a:cs typeface="+mn-cs"/>
              </a:rPr>
              <a:t>Painless Mesh (Mesh Networking Protocol) </a:t>
            </a:r>
          </a:p>
          <a:p>
            <a:pPr marL="342900" lvl="0" indent="-342900" algn="l">
              <a:buFont typeface="Arial" panose="020B0604020202020204" pitchFamily="34" charset="0"/>
              <a:buChar char="•"/>
            </a:pPr>
            <a:r>
              <a:rPr lang="en-IN" sz="2400" b="1" dirty="0">
                <a:solidFill>
                  <a:schemeClr val="dk1"/>
                </a:solidFill>
                <a:latin typeface="+mn-lt"/>
                <a:ea typeface="+mn-ea"/>
                <a:cs typeface="+mn-cs"/>
              </a:rPr>
              <a:t>LoRa Long-Range Communication Protocol</a:t>
            </a:r>
          </a:p>
          <a:p>
            <a:pPr marL="342900" lvl="0" indent="-342900" algn="l">
              <a:buFont typeface="Arial" panose="020B0604020202020204" pitchFamily="34" charset="0"/>
              <a:buChar char="•"/>
            </a:pPr>
            <a:r>
              <a:rPr lang="en-IN" sz="2400" b="1" dirty="0"/>
              <a:t>Emergency Command Centre Web Dashboard </a:t>
            </a:r>
            <a:endParaRPr lang="en-IN" sz="2400" b="1" dirty="0">
              <a:solidFill>
                <a:schemeClr val="dk1"/>
              </a:solidFill>
              <a:latin typeface="+mn-lt"/>
              <a:ea typeface="+mn-ea"/>
              <a:cs typeface="+mn-c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851557" y="1656392"/>
            <a:ext cx="13998575" cy="993775"/>
          </a:xfrm>
          <a:prstGeom prst="rect">
            <a:avLst/>
          </a:prstGeom>
        </p:spPr>
        <p:txBody>
          <a:bodyPr vert="horz" wrap="square" lIns="0" tIns="12700" rIns="0" bIns="0" rtlCol="0">
            <a:spAutoFit/>
          </a:bodyPr>
          <a:lstStyle/>
          <a:p>
            <a:pPr marL="12700">
              <a:lnSpc>
                <a:spcPct val="100000"/>
              </a:lnSpc>
              <a:spcBef>
                <a:spcPts val="100"/>
              </a:spcBef>
            </a:pPr>
            <a:r>
              <a:rPr sz="5550" spc="70" dirty="0"/>
              <a:t>UNIQUE</a:t>
            </a:r>
            <a:r>
              <a:rPr sz="5550" spc="60" dirty="0"/>
              <a:t> </a:t>
            </a:r>
            <a:r>
              <a:rPr sz="5550" dirty="0"/>
              <a:t>SELLING</a:t>
            </a:r>
            <a:r>
              <a:rPr sz="5550" spc="65" dirty="0"/>
              <a:t> </a:t>
            </a:r>
            <a:r>
              <a:rPr sz="5550" dirty="0"/>
              <a:t>PROPOSITION</a:t>
            </a:r>
            <a:r>
              <a:rPr sz="5550" spc="65" dirty="0"/>
              <a:t> </a:t>
            </a:r>
            <a:r>
              <a:rPr sz="5550" spc="-20" dirty="0"/>
              <a:t>(USP)</a:t>
            </a:r>
            <a:endParaRPr sz="5550" dirty="0"/>
          </a:p>
        </p:txBody>
      </p:sp>
      <p:sp>
        <p:nvSpPr>
          <p:cNvPr id="3" name="object 3"/>
          <p:cNvSpPr/>
          <p:nvPr/>
        </p:nvSpPr>
        <p:spPr>
          <a:xfrm>
            <a:off x="447092" y="1713543"/>
            <a:ext cx="190500" cy="991869"/>
          </a:xfrm>
          <a:custGeom>
            <a:avLst/>
            <a:gdLst/>
            <a:ahLst/>
            <a:cxnLst/>
            <a:rect l="l" t="t" r="r" b="b"/>
            <a:pathLst>
              <a:path w="190500" h="991869">
                <a:moveTo>
                  <a:pt x="190499" y="0"/>
                </a:moveTo>
                <a:lnTo>
                  <a:pt x="190499" y="991268"/>
                </a:lnTo>
                <a:lnTo>
                  <a:pt x="0" y="991268"/>
                </a:lnTo>
                <a:lnTo>
                  <a:pt x="0" y="0"/>
                </a:lnTo>
                <a:lnTo>
                  <a:pt x="190499" y="0"/>
                </a:lnTo>
                <a:close/>
              </a:path>
            </a:pathLst>
          </a:custGeom>
          <a:solidFill>
            <a:srgbClr val="FF5C1F"/>
          </a:solidFill>
        </p:spPr>
        <p:txBody>
          <a:bodyPr wrap="square" lIns="0" tIns="0" rIns="0" bIns="0" rtlCol="0"/>
          <a:lstStyle/>
          <a:p>
            <a:endParaRPr/>
          </a:p>
        </p:txBody>
      </p:sp>
      <p:grpSp>
        <p:nvGrpSpPr>
          <p:cNvPr id="4" name="object 4"/>
          <p:cNvGrpSpPr/>
          <p:nvPr/>
        </p:nvGrpSpPr>
        <p:grpSpPr>
          <a:xfrm>
            <a:off x="14919069" y="2001242"/>
            <a:ext cx="3000375" cy="262890"/>
            <a:chOff x="14919069" y="2001242"/>
            <a:chExt cx="3000375" cy="262890"/>
          </a:xfrm>
        </p:grpSpPr>
        <p:sp>
          <p:nvSpPr>
            <p:cNvPr id="5" name="object 5"/>
            <p:cNvSpPr/>
            <p:nvPr/>
          </p:nvSpPr>
          <p:spPr>
            <a:xfrm>
              <a:off x="14919069" y="2132607"/>
              <a:ext cx="2826385" cy="0"/>
            </a:xfrm>
            <a:custGeom>
              <a:avLst/>
              <a:gdLst/>
              <a:ahLst/>
              <a:cxnLst/>
              <a:rect l="l" t="t" r="r" b="b"/>
              <a:pathLst>
                <a:path w="2826384">
                  <a:moveTo>
                    <a:pt x="0" y="0"/>
                  </a:moveTo>
                  <a:lnTo>
                    <a:pt x="2825913" y="0"/>
                  </a:lnTo>
                </a:path>
              </a:pathLst>
            </a:custGeom>
            <a:ln w="85724">
              <a:solidFill>
                <a:srgbClr val="FF5C1F"/>
              </a:solidFill>
            </a:ln>
          </p:spPr>
          <p:txBody>
            <a:bodyPr wrap="square" lIns="0" tIns="0" rIns="0" bIns="0" rtlCol="0"/>
            <a:lstStyle/>
            <a:p>
              <a:endParaRPr/>
            </a:p>
          </p:txBody>
        </p:sp>
        <p:sp>
          <p:nvSpPr>
            <p:cNvPr id="6" name="object 6"/>
            <p:cNvSpPr/>
            <p:nvPr/>
          </p:nvSpPr>
          <p:spPr>
            <a:xfrm>
              <a:off x="17656481" y="2001242"/>
              <a:ext cx="262890" cy="262890"/>
            </a:xfrm>
            <a:custGeom>
              <a:avLst/>
              <a:gdLst/>
              <a:ahLst/>
              <a:cxnLst/>
              <a:rect l="l" t="t" r="r" b="b"/>
              <a:pathLst>
                <a:path w="262890" h="262889">
                  <a:moveTo>
                    <a:pt x="131363" y="262727"/>
                  </a:moveTo>
                  <a:lnTo>
                    <a:pt x="80230" y="252404"/>
                  </a:lnTo>
                  <a:lnTo>
                    <a:pt x="38475" y="224252"/>
                  </a:lnTo>
                  <a:lnTo>
                    <a:pt x="10323" y="182496"/>
                  </a:lnTo>
                  <a:lnTo>
                    <a:pt x="0" y="131363"/>
                  </a:lnTo>
                  <a:lnTo>
                    <a:pt x="10323" y="80231"/>
                  </a:lnTo>
                  <a:lnTo>
                    <a:pt x="38475" y="38475"/>
                  </a:lnTo>
                  <a:lnTo>
                    <a:pt x="80230" y="10323"/>
                  </a:lnTo>
                  <a:lnTo>
                    <a:pt x="131363" y="0"/>
                  </a:lnTo>
                  <a:lnTo>
                    <a:pt x="182496" y="10323"/>
                  </a:lnTo>
                  <a:lnTo>
                    <a:pt x="224252" y="38475"/>
                  </a:lnTo>
                  <a:lnTo>
                    <a:pt x="252404" y="80231"/>
                  </a:lnTo>
                  <a:lnTo>
                    <a:pt x="262727" y="131363"/>
                  </a:lnTo>
                  <a:lnTo>
                    <a:pt x="252404" y="182496"/>
                  </a:lnTo>
                  <a:lnTo>
                    <a:pt x="224252" y="224252"/>
                  </a:lnTo>
                  <a:lnTo>
                    <a:pt x="182496" y="252404"/>
                  </a:lnTo>
                  <a:lnTo>
                    <a:pt x="131363" y="262727"/>
                  </a:lnTo>
                  <a:close/>
                </a:path>
              </a:pathLst>
            </a:custGeom>
            <a:solidFill>
              <a:srgbClr val="FF5C1F"/>
            </a:solidFill>
          </p:spPr>
          <p:txBody>
            <a:bodyPr wrap="square" lIns="0" tIns="0" rIns="0" bIns="0" rtlCol="0"/>
            <a:lstStyle/>
            <a:p>
              <a:endParaRPr/>
            </a:p>
          </p:txBody>
        </p:sp>
      </p:grpSp>
      <p:grpSp>
        <p:nvGrpSpPr>
          <p:cNvPr id="7" name="object 7"/>
          <p:cNvGrpSpPr/>
          <p:nvPr/>
        </p:nvGrpSpPr>
        <p:grpSpPr>
          <a:xfrm>
            <a:off x="522733" y="9289"/>
            <a:ext cx="17099280" cy="9886315"/>
            <a:chOff x="557530" y="71388"/>
            <a:chExt cx="17099280" cy="9886315"/>
          </a:xfrm>
        </p:grpSpPr>
        <p:sp>
          <p:nvSpPr>
            <p:cNvPr id="8" name="object 8"/>
            <p:cNvSpPr/>
            <p:nvPr/>
          </p:nvSpPr>
          <p:spPr>
            <a:xfrm>
              <a:off x="10855980" y="9909534"/>
              <a:ext cx="6800850" cy="0"/>
            </a:xfrm>
            <a:custGeom>
              <a:avLst/>
              <a:gdLst/>
              <a:ahLst/>
              <a:cxnLst/>
              <a:rect l="l" t="t" r="r" b="b"/>
              <a:pathLst>
                <a:path w="6800850">
                  <a:moveTo>
                    <a:pt x="0" y="0"/>
                  </a:moveTo>
                  <a:lnTo>
                    <a:pt x="6800500" y="0"/>
                  </a:lnTo>
                </a:path>
              </a:pathLst>
            </a:custGeom>
            <a:ln w="95249">
              <a:solidFill>
                <a:srgbClr val="15752A"/>
              </a:solidFill>
            </a:ln>
          </p:spPr>
          <p:txBody>
            <a:bodyPr wrap="square" lIns="0" tIns="0" rIns="0" bIns="0" rtlCol="0"/>
            <a:lstStyle/>
            <a:p>
              <a:endParaRPr/>
            </a:p>
          </p:txBody>
        </p:sp>
        <p:sp>
          <p:nvSpPr>
            <p:cNvPr id="9" name="object 9"/>
            <p:cNvSpPr/>
            <p:nvPr/>
          </p:nvSpPr>
          <p:spPr>
            <a:xfrm>
              <a:off x="557530" y="9909534"/>
              <a:ext cx="6633845" cy="0"/>
            </a:xfrm>
            <a:custGeom>
              <a:avLst/>
              <a:gdLst/>
              <a:ahLst/>
              <a:cxnLst/>
              <a:rect l="l" t="t" r="r" b="b"/>
              <a:pathLst>
                <a:path w="6633845">
                  <a:moveTo>
                    <a:pt x="0" y="0"/>
                  </a:moveTo>
                  <a:lnTo>
                    <a:pt x="6633806" y="0"/>
                  </a:lnTo>
                </a:path>
              </a:pathLst>
            </a:custGeom>
            <a:ln w="95249">
              <a:solidFill>
                <a:srgbClr val="FF5C1F"/>
              </a:solidFill>
            </a:ln>
          </p:spPr>
          <p:txBody>
            <a:bodyPr wrap="square" lIns="0" tIns="0" rIns="0" bIns="0" rtlCol="0"/>
            <a:lstStyle/>
            <a:p>
              <a:endParaRPr/>
            </a:p>
          </p:txBody>
        </p:sp>
        <p:pic>
          <p:nvPicPr>
            <p:cNvPr id="10" name="object 10"/>
            <p:cNvPicPr/>
            <p:nvPr/>
          </p:nvPicPr>
          <p:blipFill>
            <a:blip r:embed="rId2" cstate="print"/>
            <a:stretch>
              <a:fillRect/>
            </a:stretch>
          </p:blipFill>
          <p:spPr>
            <a:xfrm>
              <a:off x="834816" y="151685"/>
              <a:ext cx="1685924" cy="1638299"/>
            </a:xfrm>
            <a:prstGeom prst="rect">
              <a:avLst/>
            </a:prstGeom>
          </p:spPr>
        </p:pic>
        <p:pic>
          <p:nvPicPr>
            <p:cNvPr id="11" name="object 11"/>
            <p:cNvPicPr/>
            <p:nvPr/>
          </p:nvPicPr>
          <p:blipFill>
            <a:blip r:embed="rId3" cstate="print"/>
            <a:stretch>
              <a:fillRect/>
            </a:stretch>
          </p:blipFill>
          <p:spPr>
            <a:xfrm>
              <a:off x="15838393" y="118919"/>
              <a:ext cx="1700212" cy="1705952"/>
            </a:xfrm>
            <a:prstGeom prst="rect">
              <a:avLst/>
            </a:prstGeom>
          </p:spPr>
        </p:pic>
        <p:pic>
          <p:nvPicPr>
            <p:cNvPr id="12" name="object 12"/>
            <p:cNvPicPr/>
            <p:nvPr/>
          </p:nvPicPr>
          <p:blipFill>
            <a:blip r:embed="rId4" cstate="print"/>
            <a:stretch>
              <a:fillRect/>
            </a:stretch>
          </p:blipFill>
          <p:spPr>
            <a:xfrm>
              <a:off x="7885659" y="71388"/>
              <a:ext cx="2438399" cy="1800224"/>
            </a:xfrm>
            <a:prstGeom prst="rect">
              <a:avLst/>
            </a:prstGeom>
          </p:spPr>
        </p:pic>
      </p:grpSp>
      <p:sp>
        <p:nvSpPr>
          <p:cNvPr id="13" name="object 13"/>
          <p:cNvSpPr txBox="1">
            <a:spLocks noGrp="1"/>
          </p:cNvSpPr>
          <p:nvPr>
            <p:ph type="ftr" sz="quarter" idx="5"/>
          </p:nvPr>
        </p:nvSpPr>
        <p:spPr>
          <a:prstGeom prst="rect">
            <a:avLst/>
          </a:prstGeom>
        </p:spPr>
        <p:txBody>
          <a:bodyPr vert="horz" wrap="square" lIns="0" tIns="8255" rIns="0" bIns="0" rtlCol="0">
            <a:spAutoFit/>
          </a:bodyPr>
          <a:lstStyle/>
          <a:p>
            <a:pPr marL="12700">
              <a:lnSpc>
                <a:spcPct val="100000"/>
              </a:lnSpc>
              <a:spcBef>
                <a:spcPts val="65"/>
              </a:spcBef>
            </a:pPr>
            <a:r>
              <a:rPr dirty="0"/>
              <a:t>B</a:t>
            </a:r>
            <a:r>
              <a:rPr spc="-160" dirty="0"/>
              <a:t> </a:t>
            </a:r>
            <a:r>
              <a:rPr spc="-30" dirty="0"/>
              <a:t>U</a:t>
            </a:r>
            <a:r>
              <a:rPr spc="-160" dirty="0"/>
              <a:t> </a:t>
            </a:r>
            <a:r>
              <a:rPr spc="-420" dirty="0"/>
              <a:t>I</a:t>
            </a:r>
            <a:r>
              <a:rPr spc="-160" dirty="0"/>
              <a:t> </a:t>
            </a:r>
            <a:r>
              <a:rPr spc="-65" dirty="0"/>
              <a:t>L</a:t>
            </a:r>
            <a:r>
              <a:rPr spc="-155" dirty="0"/>
              <a:t> </a:t>
            </a:r>
            <a:r>
              <a:rPr spc="-50" dirty="0"/>
              <a:t>D</a:t>
            </a:r>
          </a:p>
        </p:txBody>
      </p:sp>
      <p:sp>
        <p:nvSpPr>
          <p:cNvPr id="14" name="object 14"/>
          <p:cNvSpPr txBox="1">
            <a:spLocks noGrp="1"/>
          </p:cNvSpPr>
          <p:nvPr>
            <p:ph type="dt" sz="half" idx="6"/>
          </p:nvPr>
        </p:nvSpPr>
        <p:spPr>
          <a:prstGeom prst="rect">
            <a:avLst/>
          </a:prstGeom>
        </p:spPr>
        <p:txBody>
          <a:bodyPr vert="horz" wrap="square" lIns="0" tIns="8255" rIns="0" bIns="0" rtlCol="0">
            <a:spAutoFit/>
          </a:bodyPr>
          <a:lstStyle/>
          <a:p>
            <a:pPr marL="12700">
              <a:lnSpc>
                <a:spcPct val="100000"/>
              </a:lnSpc>
              <a:spcBef>
                <a:spcPts val="65"/>
              </a:spcBef>
            </a:pPr>
            <a:r>
              <a:rPr dirty="0"/>
              <a:t>W</a:t>
            </a:r>
            <a:r>
              <a:rPr spc="-180" dirty="0"/>
              <a:t> </a:t>
            </a:r>
            <a:r>
              <a:rPr spc="-420" dirty="0"/>
              <a:t>I</a:t>
            </a:r>
            <a:r>
              <a:rPr spc="-150" dirty="0"/>
              <a:t> </a:t>
            </a:r>
            <a:r>
              <a:rPr spc="-145" dirty="0"/>
              <a:t>T </a:t>
            </a:r>
            <a:r>
              <a:rPr spc="-50" dirty="0"/>
              <a:t>H</a:t>
            </a:r>
          </a:p>
        </p:txBody>
      </p:sp>
      <p:sp>
        <p:nvSpPr>
          <p:cNvPr id="15" name="object 15"/>
          <p:cNvSpPr txBox="1"/>
          <p:nvPr/>
        </p:nvSpPr>
        <p:spPr>
          <a:xfrm>
            <a:off x="9548127" y="9737490"/>
            <a:ext cx="1195070" cy="316230"/>
          </a:xfrm>
          <a:prstGeom prst="rect">
            <a:avLst/>
          </a:prstGeom>
        </p:spPr>
        <p:txBody>
          <a:bodyPr vert="horz" wrap="square" lIns="0" tIns="8255" rIns="0" bIns="0" rtlCol="0">
            <a:spAutoFit/>
          </a:bodyPr>
          <a:lstStyle/>
          <a:p>
            <a:pPr marL="12700">
              <a:lnSpc>
                <a:spcPct val="100000"/>
              </a:lnSpc>
              <a:spcBef>
                <a:spcPts val="65"/>
              </a:spcBef>
            </a:pPr>
            <a:r>
              <a:rPr sz="1850" b="1" dirty="0">
                <a:solidFill>
                  <a:srgbClr val="FF5C1F"/>
                </a:solidFill>
                <a:latin typeface="Nirmala UI"/>
                <a:cs typeface="Nirmala UI"/>
              </a:rPr>
              <a:t>भा</a:t>
            </a:r>
            <a:r>
              <a:rPr sz="1850" b="1" spc="-130" dirty="0">
                <a:solidFill>
                  <a:srgbClr val="FF5C1F"/>
                </a:solidFill>
                <a:latin typeface="Nirmala UI"/>
                <a:cs typeface="Nirmala UI"/>
              </a:rPr>
              <a:t> </a:t>
            </a:r>
            <a:r>
              <a:rPr sz="1850" b="1" spc="-170" dirty="0">
                <a:solidFill>
                  <a:srgbClr val="FF5C1F"/>
                </a:solidFill>
                <a:latin typeface="Nirmala UI"/>
                <a:cs typeface="Nirmala UI"/>
              </a:rPr>
              <a:t>र</a:t>
            </a:r>
            <a:r>
              <a:rPr sz="1850" b="1" spc="-45" dirty="0">
                <a:solidFill>
                  <a:srgbClr val="FF5C1F"/>
                </a:solidFill>
                <a:latin typeface="Nirmala UI"/>
                <a:cs typeface="Nirmala UI"/>
              </a:rPr>
              <a:t> </a:t>
            </a:r>
            <a:r>
              <a:rPr sz="1850" b="1" dirty="0">
                <a:solidFill>
                  <a:srgbClr val="FF5C1F"/>
                </a:solidFill>
                <a:latin typeface="Nirmala UI"/>
                <a:cs typeface="Nirmala UI"/>
              </a:rPr>
              <a:t>त</a:t>
            </a:r>
            <a:r>
              <a:rPr sz="1850" b="1" spc="-100" dirty="0">
                <a:solidFill>
                  <a:srgbClr val="FF5C1F"/>
                </a:solidFill>
                <a:latin typeface="Nirmala UI"/>
                <a:cs typeface="Nirmala UI"/>
              </a:rPr>
              <a:t> </a:t>
            </a:r>
            <a:r>
              <a:rPr sz="1850" b="1" dirty="0">
                <a:solidFill>
                  <a:srgbClr val="FF5C1F"/>
                </a:solidFill>
                <a:latin typeface="Tahoma"/>
                <a:cs typeface="Tahoma"/>
              </a:rPr>
              <a:t>2</a:t>
            </a:r>
            <a:r>
              <a:rPr sz="1850" b="1" spc="-90" dirty="0">
                <a:solidFill>
                  <a:srgbClr val="FF5C1F"/>
                </a:solidFill>
                <a:latin typeface="Tahoma"/>
                <a:cs typeface="Tahoma"/>
              </a:rPr>
              <a:t> </a:t>
            </a:r>
            <a:r>
              <a:rPr sz="1850" b="1" spc="-95" dirty="0">
                <a:solidFill>
                  <a:srgbClr val="FF5C1F"/>
                </a:solidFill>
                <a:latin typeface="Tahoma"/>
                <a:cs typeface="Tahoma"/>
              </a:rPr>
              <a:t>.</a:t>
            </a:r>
            <a:r>
              <a:rPr sz="1850" b="1" spc="-100" dirty="0">
                <a:solidFill>
                  <a:srgbClr val="FF5C1F"/>
                </a:solidFill>
                <a:latin typeface="Tahoma"/>
                <a:cs typeface="Tahoma"/>
              </a:rPr>
              <a:t> </a:t>
            </a:r>
            <a:r>
              <a:rPr sz="1850" b="1" spc="40" dirty="0">
                <a:solidFill>
                  <a:srgbClr val="FF5C1F"/>
                </a:solidFill>
                <a:latin typeface="Tahoma"/>
                <a:cs typeface="Tahoma"/>
              </a:rPr>
              <a:t>0</a:t>
            </a:r>
            <a:endParaRPr sz="1850">
              <a:latin typeface="Tahoma"/>
              <a:cs typeface="Tahoma"/>
            </a:endParaRPr>
          </a:p>
        </p:txBody>
      </p:sp>
      <p:pic>
        <p:nvPicPr>
          <p:cNvPr id="21" name="Picture 20">
            <a:extLst>
              <a:ext uri="{FF2B5EF4-FFF2-40B4-BE49-F238E27FC236}">
                <a16:creationId xmlns:a16="http://schemas.microsoft.com/office/drawing/2014/main" id="{B5E8880F-FC96-08E9-BAC6-3C0F4E6484F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746792" y="2991779"/>
            <a:ext cx="4762500" cy="5089637"/>
          </a:xfrm>
          <a:prstGeom prst="rect">
            <a:avLst/>
          </a:prstGeom>
        </p:spPr>
      </p:pic>
      <p:sp>
        <p:nvSpPr>
          <p:cNvPr id="24" name="TextBox 23">
            <a:extLst>
              <a:ext uri="{FF2B5EF4-FFF2-40B4-BE49-F238E27FC236}">
                <a16:creationId xmlns:a16="http://schemas.microsoft.com/office/drawing/2014/main" id="{BE25F06B-7DD7-3C68-7AE3-A562CCEFF341}"/>
              </a:ext>
            </a:extLst>
          </p:cNvPr>
          <p:cNvSpPr txBox="1"/>
          <p:nvPr/>
        </p:nvSpPr>
        <p:spPr>
          <a:xfrm>
            <a:off x="7248986" y="8674295"/>
            <a:ext cx="4094258" cy="523220"/>
          </a:xfrm>
          <a:prstGeom prst="rect">
            <a:avLst/>
          </a:prstGeom>
          <a:noFill/>
        </p:spPr>
        <p:txBody>
          <a:bodyPr wrap="square" rtlCol="0">
            <a:spAutoFit/>
          </a:bodyPr>
          <a:lstStyle/>
          <a:p>
            <a:r>
              <a:rPr lang="en-US" sz="2800" b="1" dirty="0"/>
              <a:t>WHY RESCUE MESH</a:t>
            </a:r>
            <a:endParaRPr lang="en-IN" sz="2800" b="1" dirty="0"/>
          </a:p>
        </p:txBody>
      </p:sp>
      <p:sp>
        <p:nvSpPr>
          <p:cNvPr id="25" name="Arrow: Down 24">
            <a:extLst>
              <a:ext uri="{FF2B5EF4-FFF2-40B4-BE49-F238E27FC236}">
                <a16:creationId xmlns:a16="http://schemas.microsoft.com/office/drawing/2014/main" id="{468F2D36-30FE-8A39-F786-5C7CFCAE7F0F}"/>
              </a:ext>
            </a:extLst>
          </p:cNvPr>
          <p:cNvSpPr/>
          <p:nvPr/>
        </p:nvSpPr>
        <p:spPr>
          <a:xfrm rot="13921406">
            <a:off x="10634375" y="3533844"/>
            <a:ext cx="710318" cy="1171392"/>
          </a:xfrm>
          <a:prstGeom prst="downArrow">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IN"/>
          </a:p>
        </p:txBody>
      </p:sp>
      <p:sp>
        <p:nvSpPr>
          <p:cNvPr id="28" name="Arrow: Down 27">
            <a:extLst>
              <a:ext uri="{FF2B5EF4-FFF2-40B4-BE49-F238E27FC236}">
                <a16:creationId xmlns:a16="http://schemas.microsoft.com/office/drawing/2014/main" id="{B8954D54-CA15-9CB2-D1B2-67EF372B4A57}"/>
              </a:ext>
            </a:extLst>
          </p:cNvPr>
          <p:cNvSpPr/>
          <p:nvPr/>
        </p:nvSpPr>
        <p:spPr>
          <a:xfrm rot="17946541">
            <a:off x="11005799" y="7702078"/>
            <a:ext cx="710318" cy="1171392"/>
          </a:xfrm>
          <a:prstGeom prst="downArrow">
            <a:avLst/>
          </a:prstGeom>
        </p:spPr>
        <p:style>
          <a:lnRef idx="3">
            <a:schemeClr val="lt1"/>
          </a:lnRef>
          <a:fillRef idx="1">
            <a:schemeClr val="accent5"/>
          </a:fillRef>
          <a:effectRef idx="1">
            <a:schemeClr val="accent5"/>
          </a:effectRef>
          <a:fontRef idx="minor">
            <a:schemeClr val="lt1"/>
          </a:fontRef>
        </p:style>
        <p:txBody>
          <a:bodyPr rtlCol="0" anchor="ctr"/>
          <a:lstStyle/>
          <a:p>
            <a:pPr algn="ctr"/>
            <a:endParaRPr lang="en-IN"/>
          </a:p>
        </p:txBody>
      </p:sp>
      <p:sp>
        <p:nvSpPr>
          <p:cNvPr id="30" name="Arrow: Down 29">
            <a:extLst>
              <a:ext uri="{FF2B5EF4-FFF2-40B4-BE49-F238E27FC236}">
                <a16:creationId xmlns:a16="http://schemas.microsoft.com/office/drawing/2014/main" id="{6DCB3744-595D-84A1-F674-67E44E721E0A}"/>
              </a:ext>
            </a:extLst>
          </p:cNvPr>
          <p:cNvSpPr/>
          <p:nvPr/>
        </p:nvSpPr>
        <p:spPr>
          <a:xfrm rot="7629720">
            <a:off x="6212339" y="3711705"/>
            <a:ext cx="710318" cy="1171392"/>
          </a:xfrm>
          <a:prstGeom prst="downArrow">
            <a:avLst/>
          </a:prstGeom>
        </p:spPr>
        <p:style>
          <a:lnRef idx="3">
            <a:schemeClr val="lt1"/>
          </a:lnRef>
          <a:fillRef idx="1">
            <a:schemeClr val="dk1"/>
          </a:fillRef>
          <a:effectRef idx="1">
            <a:schemeClr val="dk1"/>
          </a:effectRef>
          <a:fontRef idx="minor">
            <a:schemeClr val="lt1"/>
          </a:fontRef>
        </p:style>
        <p:txBody>
          <a:bodyPr rtlCol="0" anchor="ctr"/>
          <a:lstStyle/>
          <a:p>
            <a:pPr algn="ctr"/>
            <a:endParaRPr lang="en-IN"/>
          </a:p>
        </p:txBody>
      </p:sp>
      <p:sp>
        <p:nvSpPr>
          <p:cNvPr id="32" name="Arrow: Down 31">
            <a:extLst>
              <a:ext uri="{FF2B5EF4-FFF2-40B4-BE49-F238E27FC236}">
                <a16:creationId xmlns:a16="http://schemas.microsoft.com/office/drawing/2014/main" id="{827E65D7-43D7-9CE8-8AAE-A2E122CE60B1}"/>
              </a:ext>
            </a:extLst>
          </p:cNvPr>
          <p:cNvSpPr/>
          <p:nvPr/>
        </p:nvSpPr>
        <p:spPr>
          <a:xfrm rot="3527895">
            <a:off x="6231164" y="7705839"/>
            <a:ext cx="710318" cy="1171392"/>
          </a:xfrm>
          <a:prstGeom prst="downArrow">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en-IN"/>
          </a:p>
        </p:txBody>
      </p:sp>
      <p:sp>
        <p:nvSpPr>
          <p:cNvPr id="34" name="Arrow: Down 33">
            <a:extLst>
              <a:ext uri="{FF2B5EF4-FFF2-40B4-BE49-F238E27FC236}">
                <a16:creationId xmlns:a16="http://schemas.microsoft.com/office/drawing/2014/main" id="{9AF77C25-79E6-1B1F-3E90-734CEC837E2B}"/>
              </a:ext>
            </a:extLst>
          </p:cNvPr>
          <p:cNvSpPr/>
          <p:nvPr/>
        </p:nvSpPr>
        <p:spPr>
          <a:xfrm rot="5400000">
            <a:off x="6212339" y="5522563"/>
            <a:ext cx="710318" cy="1171392"/>
          </a:xfrm>
          <a:prstGeom prst="downArrow">
            <a:avLst/>
          </a:prstGeom>
        </p:spPr>
        <p:style>
          <a:lnRef idx="3">
            <a:schemeClr val="lt1"/>
          </a:lnRef>
          <a:fillRef idx="1">
            <a:schemeClr val="accent1"/>
          </a:fillRef>
          <a:effectRef idx="1">
            <a:schemeClr val="accent1"/>
          </a:effectRef>
          <a:fontRef idx="minor">
            <a:schemeClr val="lt1"/>
          </a:fontRef>
        </p:style>
        <p:txBody>
          <a:bodyPr rtlCol="0" anchor="ctr"/>
          <a:lstStyle/>
          <a:p>
            <a:pPr algn="ctr"/>
            <a:endParaRPr lang="en-IN"/>
          </a:p>
        </p:txBody>
      </p:sp>
      <p:sp>
        <p:nvSpPr>
          <p:cNvPr id="36" name="Arrow: Down 35">
            <a:extLst>
              <a:ext uri="{FF2B5EF4-FFF2-40B4-BE49-F238E27FC236}">
                <a16:creationId xmlns:a16="http://schemas.microsoft.com/office/drawing/2014/main" id="{7871CCEF-A5C9-8E9C-8148-EB053A0BAAF0}"/>
              </a:ext>
            </a:extLst>
          </p:cNvPr>
          <p:cNvSpPr/>
          <p:nvPr/>
        </p:nvSpPr>
        <p:spPr>
          <a:xfrm rot="16200000">
            <a:off x="10973734" y="5658279"/>
            <a:ext cx="710318" cy="1171392"/>
          </a:xfrm>
          <a:prstGeom prst="downArrow">
            <a:avLst/>
          </a:prstGeom>
        </p:spPr>
        <p:style>
          <a:lnRef idx="3">
            <a:schemeClr val="lt1"/>
          </a:lnRef>
          <a:fillRef idx="1">
            <a:schemeClr val="accent4"/>
          </a:fillRef>
          <a:effectRef idx="1">
            <a:schemeClr val="accent4"/>
          </a:effectRef>
          <a:fontRef idx="minor">
            <a:schemeClr val="lt1"/>
          </a:fontRef>
        </p:style>
        <p:txBody>
          <a:bodyPr rtlCol="0" anchor="ctr"/>
          <a:lstStyle/>
          <a:p>
            <a:pPr algn="ctr"/>
            <a:endParaRPr lang="en-IN"/>
          </a:p>
        </p:txBody>
      </p:sp>
      <p:sp>
        <p:nvSpPr>
          <p:cNvPr id="37" name="Rectangle: Rounded Corners 36">
            <a:extLst>
              <a:ext uri="{FF2B5EF4-FFF2-40B4-BE49-F238E27FC236}">
                <a16:creationId xmlns:a16="http://schemas.microsoft.com/office/drawing/2014/main" id="{A9F4A847-5B96-17DA-A2E2-9629279366C8}"/>
              </a:ext>
            </a:extLst>
          </p:cNvPr>
          <p:cNvSpPr/>
          <p:nvPr/>
        </p:nvSpPr>
        <p:spPr>
          <a:xfrm>
            <a:off x="1828800" y="3086100"/>
            <a:ext cx="3521235" cy="1523991"/>
          </a:xfrm>
          <a:prstGeom prst="roundRect">
            <a:avLst/>
          </a:prstGeom>
          <a:ln>
            <a:headEnd type="none" w="med" len="med"/>
            <a:tailEnd type="none" w="med" len="med"/>
          </a:ln>
        </p:spPr>
        <p:style>
          <a:lnRef idx="1">
            <a:schemeClr val="dk1"/>
          </a:lnRef>
          <a:fillRef idx="3">
            <a:schemeClr val="dk1"/>
          </a:fillRef>
          <a:effectRef idx="2">
            <a:schemeClr val="dk1"/>
          </a:effectRef>
          <a:fontRef idx="minor">
            <a:schemeClr val="lt1"/>
          </a:fontRef>
        </p:style>
        <p:txBody>
          <a:bodyPr rtlCol="0" anchor="ctr"/>
          <a:lstStyle/>
          <a:p>
            <a:pPr algn="ctr"/>
            <a:r>
              <a:rPr lang="en-IN" sz="2400" b="1" dirty="0"/>
              <a:t>Zero Infrastructure</a:t>
            </a:r>
            <a:endParaRPr lang="en-IN" sz="2400" dirty="0"/>
          </a:p>
        </p:txBody>
      </p:sp>
      <p:sp>
        <p:nvSpPr>
          <p:cNvPr id="39" name="Rectangle: Rounded Corners 38">
            <a:extLst>
              <a:ext uri="{FF2B5EF4-FFF2-40B4-BE49-F238E27FC236}">
                <a16:creationId xmlns:a16="http://schemas.microsoft.com/office/drawing/2014/main" id="{6DB8C21F-ACAF-A3B9-51B3-5EAA54774145}"/>
              </a:ext>
            </a:extLst>
          </p:cNvPr>
          <p:cNvSpPr/>
          <p:nvPr/>
        </p:nvSpPr>
        <p:spPr>
          <a:xfrm>
            <a:off x="1797115" y="5517774"/>
            <a:ext cx="3521235" cy="1523991"/>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IN" sz="2400" b="1" dirty="0"/>
              <a:t>Edge-AI Detection</a:t>
            </a:r>
          </a:p>
        </p:txBody>
      </p:sp>
      <p:sp>
        <p:nvSpPr>
          <p:cNvPr id="41" name="Rectangle: Rounded Corners 40">
            <a:extLst>
              <a:ext uri="{FF2B5EF4-FFF2-40B4-BE49-F238E27FC236}">
                <a16:creationId xmlns:a16="http://schemas.microsoft.com/office/drawing/2014/main" id="{452733C5-F100-862D-82D3-25C9A9F7ED87}"/>
              </a:ext>
            </a:extLst>
          </p:cNvPr>
          <p:cNvSpPr/>
          <p:nvPr/>
        </p:nvSpPr>
        <p:spPr>
          <a:xfrm>
            <a:off x="1828799" y="7953135"/>
            <a:ext cx="3521235" cy="1523991"/>
          </a:xfrm>
          <a:prstGeom prst="round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n-IN" sz="2400" b="1" dirty="0"/>
              <a:t>Real-Time Triage</a:t>
            </a:r>
          </a:p>
        </p:txBody>
      </p:sp>
      <p:sp>
        <p:nvSpPr>
          <p:cNvPr id="43" name="Rectangle: Rounded Corners 42">
            <a:extLst>
              <a:ext uri="{FF2B5EF4-FFF2-40B4-BE49-F238E27FC236}">
                <a16:creationId xmlns:a16="http://schemas.microsoft.com/office/drawing/2014/main" id="{C78D05B3-FDAF-9BFD-F37F-E1CEE2B8BB1F}"/>
              </a:ext>
            </a:extLst>
          </p:cNvPr>
          <p:cNvSpPr/>
          <p:nvPr/>
        </p:nvSpPr>
        <p:spPr>
          <a:xfrm>
            <a:off x="12969651" y="3086100"/>
            <a:ext cx="3521235" cy="1523991"/>
          </a:xfrm>
          <a:prstGeom prst="round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r>
              <a:rPr lang="en-IN" sz="2400" b="1" dirty="0"/>
              <a:t>Low-Cost Swarm</a:t>
            </a:r>
            <a:r>
              <a:rPr lang="en-IN" sz="2400" dirty="0"/>
              <a:t> </a:t>
            </a:r>
          </a:p>
        </p:txBody>
      </p:sp>
      <p:sp>
        <p:nvSpPr>
          <p:cNvPr id="45" name="Rectangle: Rounded Corners 44">
            <a:extLst>
              <a:ext uri="{FF2B5EF4-FFF2-40B4-BE49-F238E27FC236}">
                <a16:creationId xmlns:a16="http://schemas.microsoft.com/office/drawing/2014/main" id="{AED52AEE-33C1-477D-F6F2-40D10CE3BBBD}"/>
              </a:ext>
            </a:extLst>
          </p:cNvPr>
          <p:cNvSpPr/>
          <p:nvPr/>
        </p:nvSpPr>
        <p:spPr>
          <a:xfrm>
            <a:off x="12969650" y="5517774"/>
            <a:ext cx="3521235" cy="1523991"/>
          </a:xfrm>
          <a:prstGeom prst="roundRect">
            <a:avLst/>
          </a:prstGeom>
        </p:spPr>
        <p:style>
          <a:lnRef idx="1">
            <a:schemeClr val="accent4"/>
          </a:lnRef>
          <a:fillRef idx="3">
            <a:schemeClr val="accent4"/>
          </a:fillRef>
          <a:effectRef idx="2">
            <a:schemeClr val="accent4"/>
          </a:effectRef>
          <a:fontRef idx="minor">
            <a:schemeClr val="lt1"/>
          </a:fontRef>
        </p:style>
        <p:txBody>
          <a:bodyPr rtlCol="0" anchor="ctr"/>
          <a:lstStyle/>
          <a:p>
            <a:pPr algn="ctr"/>
            <a:r>
              <a:rPr lang="en-IN" sz="2400" b="1" dirty="0"/>
              <a:t>Deep Penetration</a:t>
            </a:r>
          </a:p>
        </p:txBody>
      </p:sp>
      <p:sp>
        <p:nvSpPr>
          <p:cNvPr id="47" name="Rectangle: Rounded Corners 46">
            <a:extLst>
              <a:ext uri="{FF2B5EF4-FFF2-40B4-BE49-F238E27FC236}">
                <a16:creationId xmlns:a16="http://schemas.microsoft.com/office/drawing/2014/main" id="{AAA27821-ADF6-0FB2-8333-4DF3CBB47B66}"/>
              </a:ext>
            </a:extLst>
          </p:cNvPr>
          <p:cNvSpPr/>
          <p:nvPr/>
        </p:nvSpPr>
        <p:spPr>
          <a:xfrm>
            <a:off x="12969650" y="7880264"/>
            <a:ext cx="3521235" cy="1523991"/>
          </a:xfrm>
          <a:prstGeom prst="round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en-IN" sz="2400" b="1" dirty="0"/>
              <a:t>Drone-Deployable</a:t>
            </a:r>
            <a:r>
              <a:rPr lang="en-IN" dirty="0"/>
              <a:t>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C3E5B2-B864-6B60-30FD-8C563D56ACD1}"/>
            </a:ext>
          </a:extLst>
        </p:cNvPr>
        <p:cNvGrpSpPr/>
        <p:nvPr/>
      </p:nvGrpSpPr>
      <p:grpSpPr>
        <a:xfrm>
          <a:off x="0" y="0"/>
          <a:ext cx="0" cy="0"/>
          <a:chOff x="0" y="0"/>
          <a:chExt cx="0" cy="0"/>
        </a:xfrm>
      </p:grpSpPr>
      <p:sp>
        <p:nvSpPr>
          <p:cNvPr id="2" name="object 2" descr="$PPTXTitle">
            <a:extLst>
              <a:ext uri="{FF2B5EF4-FFF2-40B4-BE49-F238E27FC236}">
                <a16:creationId xmlns:a16="http://schemas.microsoft.com/office/drawing/2014/main" id="{4900CD31-3E94-A368-DF8E-EAC9CBABF486}"/>
              </a:ext>
            </a:extLst>
          </p:cNvPr>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95" dirty="0"/>
              <a:t>FEASIBILITY</a:t>
            </a:r>
            <a:r>
              <a:rPr spc="-240" dirty="0"/>
              <a:t> </a:t>
            </a:r>
            <a:r>
              <a:rPr spc="-350" dirty="0"/>
              <a:t>&amp;</a:t>
            </a:r>
            <a:r>
              <a:rPr spc="-114" dirty="0"/>
              <a:t> </a:t>
            </a:r>
            <a:r>
              <a:rPr spc="110" dirty="0"/>
              <a:t>COMPETITORS</a:t>
            </a:r>
          </a:p>
        </p:txBody>
      </p:sp>
      <p:sp>
        <p:nvSpPr>
          <p:cNvPr id="3" name="object 3">
            <a:extLst>
              <a:ext uri="{FF2B5EF4-FFF2-40B4-BE49-F238E27FC236}">
                <a16:creationId xmlns:a16="http://schemas.microsoft.com/office/drawing/2014/main" id="{5C7CAFF4-FBFE-E0C3-3053-FC386B2CD6FB}"/>
              </a:ext>
            </a:extLst>
          </p:cNvPr>
          <p:cNvSpPr/>
          <p:nvPr/>
        </p:nvSpPr>
        <p:spPr>
          <a:xfrm>
            <a:off x="447092" y="1713543"/>
            <a:ext cx="190500" cy="991869"/>
          </a:xfrm>
          <a:custGeom>
            <a:avLst/>
            <a:gdLst/>
            <a:ahLst/>
            <a:cxnLst/>
            <a:rect l="l" t="t" r="r" b="b"/>
            <a:pathLst>
              <a:path w="190500" h="991869">
                <a:moveTo>
                  <a:pt x="190499" y="0"/>
                </a:moveTo>
                <a:lnTo>
                  <a:pt x="190499" y="991268"/>
                </a:lnTo>
                <a:lnTo>
                  <a:pt x="0" y="991268"/>
                </a:lnTo>
                <a:lnTo>
                  <a:pt x="0" y="0"/>
                </a:lnTo>
                <a:lnTo>
                  <a:pt x="190499" y="0"/>
                </a:lnTo>
                <a:close/>
              </a:path>
            </a:pathLst>
          </a:custGeom>
          <a:solidFill>
            <a:srgbClr val="FF5C1F"/>
          </a:solidFill>
        </p:spPr>
        <p:txBody>
          <a:bodyPr wrap="square" lIns="0" tIns="0" rIns="0" bIns="0" rtlCol="0"/>
          <a:lstStyle/>
          <a:p>
            <a:endParaRPr/>
          </a:p>
        </p:txBody>
      </p:sp>
      <p:grpSp>
        <p:nvGrpSpPr>
          <p:cNvPr id="4" name="object 4">
            <a:extLst>
              <a:ext uri="{FF2B5EF4-FFF2-40B4-BE49-F238E27FC236}">
                <a16:creationId xmlns:a16="http://schemas.microsoft.com/office/drawing/2014/main" id="{316BB5E7-FB18-2FBA-9048-B1697B3CC51A}"/>
              </a:ext>
            </a:extLst>
          </p:cNvPr>
          <p:cNvGrpSpPr/>
          <p:nvPr/>
        </p:nvGrpSpPr>
        <p:grpSpPr>
          <a:xfrm>
            <a:off x="557530" y="71388"/>
            <a:ext cx="17362170" cy="9886315"/>
            <a:chOff x="557530" y="71388"/>
            <a:chExt cx="17362170" cy="9886315"/>
          </a:xfrm>
        </p:grpSpPr>
        <p:sp>
          <p:nvSpPr>
            <p:cNvPr id="5" name="object 5">
              <a:extLst>
                <a:ext uri="{FF2B5EF4-FFF2-40B4-BE49-F238E27FC236}">
                  <a16:creationId xmlns:a16="http://schemas.microsoft.com/office/drawing/2014/main" id="{03DC84EF-E1FB-B427-12BF-F0E59DB1A308}"/>
                </a:ext>
              </a:extLst>
            </p:cNvPr>
            <p:cNvSpPr/>
            <p:nvPr/>
          </p:nvSpPr>
          <p:spPr>
            <a:xfrm>
              <a:off x="13359518" y="2194520"/>
              <a:ext cx="4438650" cy="0"/>
            </a:xfrm>
            <a:custGeom>
              <a:avLst/>
              <a:gdLst/>
              <a:ahLst/>
              <a:cxnLst/>
              <a:rect l="l" t="t" r="r" b="b"/>
              <a:pathLst>
                <a:path w="4438650">
                  <a:moveTo>
                    <a:pt x="0" y="0"/>
                  </a:moveTo>
                  <a:lnTo>
                    <a:pt x="4438488" y="0"/>
                  </a:lnTo>
                </a:path>
              </a:pathLst>
            </a:custGeom>
            <a:ln w="85724">
              <a:solidFill>
                <a:srgbClr val="FF5C1F"/>
              </a:solidFill>
            </a:ln>
          </p:spPr>
          <p:txBody>
            <a:bodyPr wrap="square" lIns="0" tIns="0" rIns="0" bIns="0" rtlCol="0"/>
            <a:lstStyle/>
            <a:p>
              <a:endParaRPr/>
            </a:p>
          </p:txBody>
        </p:sp>
        <p:sp>
          <p:nvSpPr>
            <p:cNvPr id="6" name="object 6">
              <a:extLst>
                <a:ext uri="{FF2B5EF4-FFF2-40B4-BE49-F238E27FC236}">
                  <a16:creationId xmlns:a16="http://schemas.microsoft.com/office/drawing/2014/main" id="{AF071AF1-3A44-12DF-77FA-80FA5987F047}"/>
                </a:ext>
              </a:extLst>
            </p:cNvPr>
            <p:cNvSpPr/>
            <p:nvPr/>
          </p:nvSpPr>
          <p:spPr>
            <a:xfrm>
              <a:off x="17656482" y="2063155"/>
              <a:ext cx="262890" cy="262890"/>
            </a:xfrm>
            <a:custGeom>
              <a:avLst/>
              <a:gdLst/>
              <a:ahLst/>
              <a:cxnLst/>
              <a:rect l="l" t="t" r="r" b="b"/>
              <a:pathLst>
                <a:path w="262890" h="262889">
                  <a:moveTo>
                    <a:pt x="131363" y="262727"/>
                  </a:moveTo>
                  <a:lnTo>
                    <a:pt x="80230" y="252404"/>
                  </a:lnTo>
                  <a:lnTo>
                    <a:pt x="38475" y="224252"/>
                  </a:lnTo>
                  <a:lnTo>
                    <a:pt x="10323" y="182496"/>
                  </a:lnTo>
                  <a:lnTo>
                    <a:pt x="0" y="131363"/>
                  </a:lnTo>
                  <a:lnTo>
                    <a:pt x="10323" y="80231"/>
                  </a:lnTo>
                  <a:lnTo>
                    <a:pt x="38475" y="38475"/>
                  </a:lnTo>
                  <a:lnTo>
                    <a:pt x="80230" y="10323"/>
                  </a:lnTo>
                  <a:lnTo>
                    <a:pt x="131363" y="0"/>
                  </a:lnTo>
                  <a:lnTo>
                    <a:pt x="182496" y="10323"/>
                  </a:lnTo>
                  <a:lnTo>
                    <a:pt x="224252" y="38475"/>
                  </a:lnTo>
                  <a:lnTo>
                    <a:pt x="252404" y="80231"/>
                  </a:lnTo>
                  <a:lnTo>
                    <a:pt x="262727" y="131363"/>
                  </a:lnTo>
                  <a:lnTo>
                    <a:pt x="252404" y="182496"/>
                  </a:lnTo>
                  <a:lnTo>
                    <a:pt x="224252" y="224252"/>
                  </a:lnTo>
                  <a:lnTo>
                    <a:pt x="182496" y="252404"/>
                  </a:lnTo>
                  <a:lnTo>
                    <a:pt x="131363" y="262727"/>
                  </a:lnTo>
                  <a:close/>
                </a:path>
              </a:pathLst>
            </a:custGeom>
            <a:solidFill>
              <a:srgbClr val="FF5C1F"/>
            </a:solidFill>
          </p:spPr>
          <p:txBody>
            <a:bodyPr wrap="square" lIns="0" tIns="0" rIns="0" bIns="0" rtlCol="0"/>
            <a:lstStyle/>
            <a:p>
              <a:endParaRPr/>
            </a:p>
          </p:txBody>
        </p:sp>
        <p:sp>
          <p:nvSpPr>
            <p:cNvPr id="7" name="object 7">
              <a:extLst>
                <a:ext uri="{FF2B5EF4-FFF2-40B4-BE49-F238E27FC236}">
                  <a16:creationId xmlns:a16="http://schemas.microsoft.com/office/drawing/2014/main" id="{B11AB96A-42B1-0369-CC43-15735F695D59}"/>
                </a:ext>
              </a:extLst>
            </p:cNvPr>
            <p:cNvSpPr/>
            <p:nvPr/>
          </p:nvSpPr>
          <p:spPr>
            <a:xfrm>
              <a:off x="10855980" y="9909534"/>
              <a:ext cx="6800850" cy="0"/>
            </a:xfrm>
            <a:custGeom>
              <a:avLst/>
              <a:gdLst/>
              <a:ahLst/>
              <a:cxnLst/>
              <a:rect l="l" t="t" r="r" b="b"/>
              <a:pathLst>
                <a:path w="6800850">
                  <a:moveTo>
                    <a:pt x="0" y="0"/>
                  </a:moveTo>
                  <a:lnTo>
                    <a:pt x="6800500" y="0"/>
                  </a:lnTo>
                </a:path>
              </a:pathLst>
            </a:custGeom>
            <a:ln w="95249">
              <a:solidFill>
                <a:srgbClr val="15752A"/>
              </a:solidFill>
            </a:ln>
          </p:spPr>
          <p:txBody>
            <a:bodyPr wrap="square" lIns="0" tIns="0" rIns="0" bIns="0" rtlCol="0"/>
            <a:lstStyle/>
            <a:p>
              <a:endParaRPr/>
            </a:p>
          </p:txBody>
        </p:sp>
        <p:sp>
          <p:nvSpPr>
            <p:cNvPr id="8" name="object 8">
              <a:extLst>
                <a:ext uri="{FF2B5EF4-FFF2-40B4-BE49-F238E27FC236}">
                  <a16:creationId xmlns:a16="http://schemas.microsoft.com/office/drawing/2014/main" id="{BD00EB62-B4AE-6A96-6B80-980F98FEA0CE}"/>
                </a:ext>
              </a:extLst>
            </p:cNvPr>
            <p:cNvSpPr/>
            <p:nvPr/>
          </p:nvSpPr>
          <p:spPr>
            <a:xfrm>
              <a:off x="557530" y="9909534"/>
              <a:ext cx="6633845" cy="0"/>
            </a:xfrm>
            <a:custGeom>
              <a:avLst/>
              <a:gdLst/>
              <a:ahLst/>
              <a:cxnLst/>
              <a:rect l="l" t="t" r="r" b="b"/>
              <a:pathLst>
                <a:path w="6633845">
                  <a:moveTo>
                    <a:pt x="0" y="0"/>
                  </a:moveTo>
                  <a:lnTo>
                    <a:pt x="6633806" y="0"/>
                  </a:lnTo>
                </a:path>
              </a:pathLst>
            </a:custGeom>
            <a:ln w="95249">
              <a:solidFill>
                <a:srgbClr val="FF5C1F"/>
              </a:solidFill>
            </a:ln>
          </p:spPr>
          <p:txBody>
            <a:bodyPr wrap="square" lIns="0" tIns="0" rIns="0" bIns="0" rtlCol="0"/>
            <a:lstStyle/>
            <a:p>
              <a:endParaRPr/>
            </a:p>
          </p:txBody>
        </p:sp>
        <p:pic>
          <p:nvPicPr>
            <p:cNvPr id="9" name="object 9">
              <a:extLst>
                <a:ext uri="{FF2B5EF4-FFF2-40B4-BE49-F238E27FC236}">
                  <a16:creationId xmlns:a16="http://schemas.microsoft.com/office/drawing/2014/main" id="{E7CA26AF-1984-D7E1-76B6-2A509F8C1A6E}"/>
                </a:ext>
              </a:extLst>
            </p:cNvPr>
            <p:cNvPicPr/>
            <p:nvPr/>
          </p:nvPicPr>
          <p:blipFill>
            <a:blip r:embed="rId2" cstate="print"/>
            <a:stretch>
              <a:fillRect/>
            </a:stretch>
          </p:blipFill>
          <p:spPr>
            <a:xfrm>
              <a:off x="834816" y="151685"/>
              <a:ext cx="1685924" cy="1638299"/>
            </a:xfrm>
            <a:prstGeom prst="rect">
              <a:avLst/>
            </a:prstGeom>
          </p:spPr>
        </p:pic>
        <p:pic>
          <p:nvPicPr>
            <p:cNvPr id="10" name="object 10">
              <a:extLst>
                <a:ext uri="{FF2B5EF4-FFF2-40B4-BE49-F238E27FC236}">
                  <a16:creationId xmlns:a16="http://schemas.microsoft.com/office/drawing/2014/main" id="{B5ACAFBB-5D86-A1BB-3B2A-2062AD4D1849}"/>
                </a:ext>
              </a:extLst>
            </p:cNvPr>
            <p:cNvPicPr/>
            <p:nvPr/>
          </p:nvPicPr>
          <p:blipFill>
            <a:blip r:embed="rId3" cstate="print"/>
            <a:stretch>
              <a:fillRect/>
            </a:stretch>
          </p:blipFill>
          <p:spPr>
            <a:xfrm>
              <a:off x="15838393" y="118919"/>
              <a:ext cx="1700212" cy="1705952"/>
            </a:xfrm>
            <a:prstGeom prst="rect">
              <a:avLst/>
            </a:prstGeom>
          </p:spPr>
        </p:pic>
        <p:pic>
          <p:nvPicPr>
            <p:cNvPr id="11" name="object 11">
              <a:extLst>
                <a:ext uri="{FF2B5EF4-FFF2-40B4-BE49-F238E27FC236}">
                  <a16:creationId xmlns:a16="http://schemas.microsoft.com/office/drawing/2014/main" id="{906C73C0-6518-03AB-728F-6C4CC2C66F13}"/>
                </a:ext>
              </a:extLst>
            </p:cNvPr>
            <p:cNvPicPr/>
            <p:nvPr/>
          </p:nvPicPr>
          <p:blipFill>
            <a:blip r:embed="rId4" cstate="print"/>
            <a:stretch>
              <a:fillRect/>
            </a:stretch>
          </p:blipFill>
          <p:spPr>
            <a:xfrm>
              <a:off x="7885659" y="71388"/>
              <a:ext cx="2438399" cy="1800224"/>
            </a:xfrm>
            <a:prstGeom prst="rect">
              <a:avLst/>
            </a:prstGeom>
          </p:spPr>
        </p:pic>
      </p:grpSp>
      <p:sp>
        <p:nvSpPr>
          <p:cNvPr id="12" name="object 12">
            <a:extLst>
              <a:ext uri="{FF2B5EF4-FFF2-40B4-BE49-F238E27FC236}">
                <a16:creationId xmlns:a16="http://schemas.microsoft.com/office/drawing/2014/main" id="{A0D00123-7416-89FA-49BF-E937C6A0FCD4}"/>
              </a:ext>
            </a:extLst>
          </p:cNvPr>
          <p:cNvSpPr txBox="1">
            <a:spLocks noGrp="1"/>
          </p:cNvSpPr>
          <p:nvPr>
            <p:ph type="ftr" sz="quarter" idx="5"/>
          </p:nvPr>
        </p:nvSpPr>
        <p:spPr>
          <a:prstGeom prst="rect">
            <a:avLst/>
          </a:prstGeom>
        </p:spPr>
        <p:txBody>
          <a:bodyPr vert="horz" wrap="square" lIns="0" tIns="8255" rIns="0" bIns="0" rtlCol="0">
            <a:spAutoFit/>
          </a:bodyPr>
          <a:lstStyle/>
          <a:p>
            <a:pPr marL="12700">
              <a:lnSpc>
                <a:spcPct val="100000"/>
              </a:lnSpc>
              <a:spcBef>
                <a:spcPts val="65"/>
              </a:spcBef>
            </a:pPr>
            <a:r>
              <a:rPr dirty="0"/>
              <a:t>B</a:t>
            </a:r>
            <a:r>
              <a:rPr spc="-160" dirty="0"/>
              <a:t> </a:t>
            </a:r>
            <a:r>
              <a:rPr spc="-30" dirty="0"/>
              <a:t>U</a:t>
            </a:r>
            <a:r>
              <a:rPr spc="-160" dirty="0"/>
              <a:t> </a:t>
            </a:r>
            <a:r>
              <a:rPr spc="-420" dirty="0"/>
              <a:t>I</a:t>
            </a:r>
            <a:r>
              <a:rPr spc="-160" dirty="0"/>
              <a:t> </a:t>
            </a:r>
            <a:r>
              <a:rPr spc="-65" dirty="0"/>
              <a:t>L</a:t>
            </a:r>
            <a:r>
              <a:rPr spc="-155" dirty="0"/>
              <a:t> </a:t>
            </a:r>
            <a:r>
              <a:rPr spc="-50" dirty="0"/>
              <a:t>D</a:t>
            </a:r>
          </a:p>
        </p:txBody>
      </p:sp>
      <p:sp>
        <p:nvSpPr>
          <p:cNvPr id="13" name="object 13">
            <a:extLst>
              <a:ext uri="{FF2B5EF4-FFF2-40B4-BE49-F238E27FC236}">
                <a16:creationId xmlns:a16="http://schemas.microsoft.com/office/drawing/2014/main" id="{F32633CA-9A52-18B1-1128-AA5918B90D37}"/>
              </a:ext>
            </a:extLst>
          </p:cNvPr>
          <p:cNvSpPr txBox="1">
            <a:spLocks noGrp="1"/>
          </p:cNvSpPr>
          <p:nvPr>
            <p:ph type="dt" sz="half" idx="6"/>
          </p:nvPr>
        </p:nvSpPr>
        <p:spPr>
          <a:prstGeom prst="rect">
            <a:avLst/>
          </a:prstGeom>
        </p:spPr>
        <p:txBody>
          <a:bodyPr vert="horz" wrap="square" lIns="0" tIns="8255" rIns="0" bIns="0" rtlCol="0">
            <a:spAutoFit/>
          </a:bodyPr>
          <a:lstStyle/>
          <a:p>
            <a:pPr marL="12700">
              <a:lnSpc>
                <a:spcPct val="100000"/>
              </a:lnSpc>
              <a:spcBef>
                <a:spcPts val="65"/>
              </a:spcBef>
            </a:pPr>
            <a:r>
              <a:rPr dirty="0"/>
              <a:t>W</a:t>
            </a:r>
            <a:r>
              <a:rPr spc="-180" dirty="0"/>
              <a:t> </a:t>
            </a:r>
            <a:r>
              <a:rPr spc="-420" dirty="0"/>
              <a:t>I</a:t>
            </a:r>
            <a:r>
              <a:rPr spc="-150" dirty="0"/>
              <a:t> </a:t>
            </a:r>
            <a:r>
              <a:rPr spc="-145" dirty="0"/>
              <a:t>T </a:t>
            </a:r>
            <a:r>
              <a:rPr spc="-50" dirty="0"/>
              <a:t>H</a:t>
            </a:r>
          </a:p>
        </p:txBody>
      </p:sp>
      <p:sp>
        <p:nvSpPr>
          <p:cNvPr id="14" name="object 14">
            <a:extLst>
              <a:ext uri="{FF2B5EF4-FFF2-40B4-BE49-F238E27FC236}">
                <a16:creationId xmlns:a16="http://schemas.microsoft.com/office/drawing/2014/main" id="{54AC2EEE-A78F-57A5-11BE-2B3E22105622}"/>
              </a:ext>
            </a:extLst>
          </p:cNvPr>
          <p:cNvSpPr txBox="1"/>
          <p:nvPr/>
        </p:nvSpPr>
        <p:spPr>
          <a:xfrm>
            <a:off x="9548127" y="9737490"/>
            <a:ext cx="1195070" cy="316230"/>
          </a:xfrm>
          <a:prstGeom prst="rect">
            <a:avLst/>
          </a:prstGeom>
        </p:spPr>
        <p:txBody>
          <a:bodyPr vert="horz" wrap="square" lIns="0" tIns="8255" rIns="0" bIns="0" rtlCol="0">
            <a:spAutoFit/>
          </a:bodyPr>
          <a:lstStyle/>
          <a:p>
            <a:pPr marL="12700">
              <a:lnSpc>
                <a:spcPct val="100000"/>
              </a:lnSpc>
              <a:spcBef>
                <a:spcPts val="65"/>
              </a:spcBef>
            </a:pPr>
            <a:r>
              <a:rPr sz="1850" b="1" dirty="0">
                <a:solidFill>
                  <a:srgbClr val="FF5C1F"/>
                </a:solidFill>
                <a:latin typeface="Nirmala UI"/>
                <a:cs typeface="Nirmala UI"/>
              </a:rPr>
              <a:t>भा</a:t>
            </a:r>
            <a:r>
              <a:rPr sz="1850" b="1" spc="-130" dirty="0">
                <a:solidFill>
                  <a:srgbClr val="FF5C1F"/>
                </a:solidFill>
                <a:latin typeface="Nirmala UI"/>
                <a:cs typeface="Nirmala UI"/>
              </a:rPr>
              <a:t> </a:t>
            </a:r>
            <a:r>
              <a:rPr sz="1850" b="1" spc="-170" dirty="0">
                <a:solidFill>
                  <a:srgbClr val="FF5C1F"/>
                </a:solidFill>
                <a:latin typeface="Nirmala UI"/>
                <a:cs typeface="Nirmala UI"/>
              </a:rPr>
              <a:t>र</a:t>
            </a:r>
            <a:r>
              <a:rPr sz="1850" b="1" spc="-45" dirty="0">
                <a:solidFill>
                  <a:srgbClr val="FF5C1F"/>
                </a:solidFill>
                <a:latin typeface="Nirmala UI"/>
                <a:cs typeface="Nirmala UI"/>
              </a:rPr>
              <a:t> </a:t>
            </a:r>
            <a:r>
              <a:rPr sz="1850" b="1" dirty="0">
                <a:solidFill>
                  <a:srgbClr val="FF5C1F"/>
                </a:solidFill>
                <a:latin typeface="Nirmala UI"/>
                <a:cs typeface="Nirmala UI"/>
              </a:rPr>
              <a:t>त</a:t>
            </a:r>
            <a:r>
              <a:rPr sz="1850" b="1" spc="-100" dirty="0">
                <a:solidFill>
                  <a:srgbClr val="FF5C1F"/>
                </a:solidFill>
                <a:latin typeface="Nirmala UI"/>
                <a:cs typeface="Nirmala UI"/>
              </a:rPr>
              <a:t> </a:t>
            </a:r>
            <a:r>
              <a:rPr sz="1850" b="1" dirty="0">
                <a:solidFill>
                  <a:srgbClr val="FF5C1F"/>
                </a:solidFill>
                <a:latin typeface="Tahoma"/>
                <a:cs typeface="Tahoma"/>
              </a:rPr>
              <a:t>2</a:t>
            </a:r>
            <a:r>
              <a:rPr sz="1850" b="1" spc="-90" dirty="0">
                <a:solidFill>
                  <a:srgbClr val="FF5C1F"/>
                </a:solidFill>
                <a:latin typeface="Tahoma"/>
                <a:cs typeface="Tahoma"/>
              </a:rPr>
              <a:t> </a:t>
            </a:r>
            <a:r>
              <a:rPr sz="1850" b="1" spc="-95" dirty="0">
                <a:solidFill>
                  <a:srgbClr val="FF5C1F"/>
                </a:solidFill>
                <a:latin typeface="Tahoma"/>
                <a:cs typeface="Tahoma"/>
              </a:rPr>
              <a:t>.</a:t>
            </a:r>
            <a:r>
              <a:rPr sz="1850" b="1" spc="-100" dirty="0">
                <a:solidFill>
                  <a:srgbClr val="FF5C1F"/>
                </a:solidFill>
                <a:latin typeface="Tahoma"/>
                <a:cs typeface="Tahoma"/>
              </a:rPr>
              <a:t> </a:t>
            </a:r>
            <a:r>
              <a:rPr sz="1850" b="1" spc="40" dirty="0">
                <a:solidFill>
                  <a:srgbClr val="FF5C1F"/>
                </a:solidFill>
                <a:latin typeface="Tahoma"/>
                <a:cs typeface="Tahoma"/>
              </a:rPr>
              <a:t>0</a:t>
            </a:r>
            <a:endParaRPr sz="1850">
              <a:latin typeface="Tahoma"/>
              <a:cs typeface="Tahoma"/>
            </a:endParaRPr>
          </a:p>
        </p:txBody>
      </p:sp>
      <p:pic>
        <p:nvPicPr>
          <p:cNvPr id="18" name="Picture 17">
            <a:extLst>
              <a:ext uri="{FF2B5EF4-FFF2-40B4-BE49-F238E27FC236}">
                <a16:creationId xmlns:a16="http://schemas.microsoft.com/office/drawing/2014/main" id="{0DFEFAC7-32FA-177E-B5C8-4A68ED12B6B7}"/>
              </a:ext>
            </a:extLst>
          </p:cNvPr>
          <p:cNvPicPr>
            <a:picLocks noChangeAspect="1"/>
          </p:cNvPicPr>
          <p:nvPr/>
        </p:nvPicPr>
        <p:blipFill>
          <a:blip r:embed="rId5"/>
          <a:stretch>
            <a:fillRect/>
          </a:stretch>
        </p:blipFill>
        <p:spPr>
          <a:xfrm>
            <a:off x="1080044" y="3196678"/>
            <a:ext cx="10711292" cy="6166183"/>
          </a:xfrm>
          <a:prstGeom prst="rect">
            <a:avLst/>
          </a:prstGeom>
        </p:spPr>
      </p:pic>
      <p:pic>
        <p:nvPicPr>
          <p:cNvPr id="24" name="Picture 23">
            <a:extLst>
              <a:ext uri="{FF2B5EF4-FFF2-40B4-BE49-F238E27FC236}">
                <a16:creationId xmlns:a16="http://schemas.microsoft.com/office/drawing/2014/main" id="{E631FF0A-0781-DE05-A739-8933BF59BB4A}"/>
              </a:ext>
            </a:extLst>
          </p:cNvPr>
          <p:cNvPicPr>
            <a:picLocks noChangeAspect="1"/>
          </p:cNvPicPr>
          <p:nvPr/>
        </p:nvPicPr>
        <p:blipFill>
          <a:blip r:embed="rId6"/>
          <a:stretch>
            <a:fillRect/>
          </a:stretch>
        </p:blipFill>
        <p:spPr>
          <a:xfrm>
            <a:off x="12518898" y="2785057"/>
            <a:ext cx="4612795" cy="6919192"/>
          </a:xfrm>
          <a:prstGeom prst="rect">
            <a:avLst/>
          </a:prstGeom>
        </p:spPr>
      </p:pic>
    </p:spTree>
    <p:extLst>
      <p:ext uri="{BB962C8B-B14F-4D97-AF65-F5344CB8AC3E}">
        <p14:creationId xmlns:p14="http://schemas.microsoft.com/office/powerpoint/2010/main" val="26003393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447092" y="1713543"/>
            <a:ext cx="190500" cy="991869"/>
          </a:xfrm>
          <a:custGeom>
            <a:avLst/>
            <a:gdLst/>
            <a:ahLst/>
            <a:cxnLst/>
            <a:rect l="l" t="t" r="r" b="b"/>
            <a:pathLst>
              <a:path w="190500" h="991869">
                <a:moveTo>
                  <a:pt x="190499" y="0"/>
                </a:moveTo>
                <a:lnTo>
                  <a:pt x="190499" y="991268"/>
                </a:lnTo>
                <a:lnTo>
                  <a:pt x="0" y="991268"/>
                </a:lnTo>
                <a:lnTo>
                  <a:pt x="0" y="0"/>
                </a:lnTo>
                <a:lnTo>
                  <a:pt x="190499" y="0"/>
                </a:lnTo>
                <a:close/>
              </a:path>
            </a:pathLst>
          </a:custGeom>
          <a:solidFill>
            <a:srgbClr val="FF5C1F"/>
          </a:solidFill>
        </p:spPr>
        <p:txBody>
          <a:bodyPr wrap="square" lIns="0" tIns="0" rIns="0" bIns="0" rtlCol="0"/>
          <a:lstStyle/>
          <a:p>
            <a:endParaRPr/>
          </a:p>
        </p:txBody>
      </p:sp>
      <p:grpSp>
        <p:nvGrpSpPr>
          <p:cNvPr id="3" name="object 3"/>
          <p:cNvGrpSpPr/>
          <p:nvPr/>
        </p:nvGrpSpPr>
        <p:grpSpPr>
          <a:xfrm>
            <a:off x="4089949" y="0"/>
            <a:ext cx="13829665" cy="10287000"/>
            <a:chOff x="4089949" y="0"/>
            <a:chExt cx="13829665" cy="10287000"/>
          </a:xfrm>
        </p:grpSpPr>
        <p:pic>
          <p:nvPicPr>
            <p:cNvPr id="4" name="object 4"/>
            <p:cNvPicPr/>
            <p:nvPr/>
          </p:nvPicPr>
          <p:blipFill>
            <a:blip r:embed="rId2" cstate="print"/>
            <a:stretch>
              <a:fillRect/>
            </a:stretch>
          </p:blipFill>
          <p:spPr>
            <a:xfrm>
              <a:off x="4089949" y="0"/>
              <a:ext cx="10286999" cy="10286999"/>
            </a:xfrm>
            <a:prstGeom prst="rect">
              <a:avLst/>
            </a:prstGeom>
          </p:spPr>
        </p:pic>
        <p:sp>
          <p:nvSpPr>
            <p:cNvPr id="5" name="object 5"/>
            <p:cNvSpPr/>
            <p:nvPr/>
          </p:nvSpPr>
          <p:spPr>
            <a:xfrm>
              <a:off x="11850227" y="2194519"/>
              <a:ext cx="5948045" cy="0"/>
            </a:xfrm>
            <a:custGeom>
              <a:avLst/>
              <a:gdLst/>
              <a:ahLst/>
              <a:cxnLst/>
              <a:rect l="l" t="t" r="r" b="b"/>
              <a:pathLst>
                <a:path w="5948044">
                  <a:moveTo>
                    <a:pt x="0" y="0"/>
                  </a:moveTo>
                  <a:lnTo>
                    <a:pt x="5947780" y="0"/>
                  </a:lnTo>
                </a:path>
              </a:pathLst>
            </a:custGeom>
            <a:ln w="85724">
              <a:solidFill>
                <a:srgbClr val="FF5C1F"/>
              </a:solidFill>
            </a:ln>
          </p:spPr>
          <p:txBody>
            <a:bodyPr wrap="square" lIns="0" tIns="0" rIns="0" bIns="0" rtlCol="0"/>
            <a:lstStyle/>
            <a:p>
              <a:endParaRPr/>
            </a:p>
          </p:txBody>
        </p:sp>
        <p:sp>
          <p:nvSpPr>
            <p:cNvPr id="6" name="object 6"/>
            <p:cNvSpPr/>
            <p:nvPr/>
          </p:nvSpPr>
          <p:spPr>
            <a:xfrm>
              <a:off x="17656481" y="2063155"/>
              <a:ext cx="262890" cy="262890"/>
            </a:xfrm>
            <a:custGeom>
              <a:avLst/>
              <a:gdLst/>
              <a:ahLst/>
              <a:cxnLst/>
              <a:rect l="l" t="t" r="r" b="b"/>
              <a:pathLst>
                <a:path w="262890" h="262889">
                  <a:moveTo>
                    <a:pt x="131363" y="262727"/>
                  </a:moveTo>
                  <a:lnTo>
                    <a:pt x="80230" y="252404"/>
                  </a:lnTo>
                  <a:lnTo>
                    <a:pt x="38475" y="224252"/>
                  </a:lnTo>
                  <a:lnTo>
                    <a:pt x="10323" y="182496"/>
                  </a:lnTo>
                  <a:lnTo>
                    <a:pt x="0" y="131363"/>
                  </a:lnTo>
                  <a:lnTo>
                    <a:pt x="10323" y="80231"/>
                  </a:lnTo>
                  <a:lnTo>
                    <a:pt x="38475" y="38475"/>
                  </a:lnTo>
                  <a:lnTo>
                    <a:pt x="80230" y="10323"/>
                  </a:lnTo>
                  <a:lnTo>
                    <a:pt x="131363" y="0"/>
                  </a:lnTo>
                  <a:lnTo>
                    <a:pt x="182496" y="10323"/>
                  </a:lnTo>
                  <a:lnTo>
                    <a:pt x="224252" y="38475"/>
                  </a:lnTo>
                  <a:lnTo>
                    <a:pt x="252404" y="80231"/>
                  </a:lnTo>
                  <a:lnTo>
                    <a:pt x="262727" y="131363"/>
                  </a:lnTo>
                  <a:lnTo>
                    <a:pt x="252404" y="182496"/>
                  </a:lnTo>
                  <a:lnTo>
                    <a:pt x="224252" y="224252"/>
                  </a:lnTo>
                  <a:lnTo>
                    <a:pt x="182496" y="252404"/>
                  </a:lnTo>
                  <a:lnTo>
                    <a:pt x="131363" y="262727"/>
                  </a:lnTo>
                  <a:close/>
                </a:path>
              </a:pathLst>
            </a:custGeom>
            <a:solidFill>
              <a:srgbClr val="FF5C1F"/>
            </a:solidFill>
          </p:spPr>
          <p:txBody>
            <a:bodyPr wrap="square" lIns="0" tIns="0" rIns="0" bIns="0" rtlCol="0"/>
            <a:lstStyle/>
            <a:p>
              <a:endParaRPr/>
            </a:p>
          </p:txBody>
        </p:sp>
      </p:grpSp>
      <p:sp>
        <p:nvSpPr>
          <p:cNvPr id="7" name="object 7" descr="$PPTXTitle"/>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220" dirty="0"/>
              <a:t>RESEARCH</a:t>
            </a:r>
            <a:r>
              <a:rPr spc="-55" dirty="0"/>
              <a:t> </a:t>
            </a:r>
            <a:r>
              <a:rPr spc="-350" dirty="0"/>
              <a:t>&amp;</a:t>
            </a:r>
            <a:r>
              <a:rPr spc="-50" dirty="0"/>
              <a:t> </a:t>
            </a:r>
            <a:r>
              <a:rPr spc="240" dirty="0"/>
              <a:t>REFERENCE</a:t>
            </a:r>
          </a:p>
        </p:txBody>
      </p:sp>
      <p:grpSp>
        <p:nvGrpSpPr>
          <p:cNvPr id="8" name="object 8"/>
          <p:cNvGrpSpPr/>
          <p:nvPr/>
        </p:nvGrpSpPr>
        <p:grpSpPr>
          <a:xfrm>
            <a:off x="557530" y="71388"/>
            <a:ext cx="17099280" cy="9886315"/>
            <a:chOff x="557530" y="71388"/>
            <a:chExt cx="17099280" cy="9886315"/>
          </a:xfrm>
        </p:grpSpPr>
        <p:sp>
          <p:nvSpPr>
            <p:cNvPr id="9" name="object 9"/>
            <p:cNvSpPr/>
            <p:nvPr/>
          </p:nvSpPr>
          <p:spPr>
            <a:xfrm>
              <a:off x="10855980" y="9909534"/>
              <a:ext cx="6800850" cy="0"/>
            </a:xfrm>
            <a:custGeom>
              <a:avLst/>
              <a:gdLst/>
              <a:ahLst/>
              <a:cxnLst/>
              <a:rect l="l" t="t" r="r" b="b"/>
              <a:pathLst>
                <a:path w="6800850">
                  <a:moveTo>
                    <a:pt x="0" y="0"/>
                  </a:moveTo>
                  <a:lnTo>
                    <a:pt x="6800500" y="0"/>
                  </a:lnTo>
                </a:path>
              </a:pathLst>
            </a:custGeom>
            <a:ln w="95249">
              <a:solidFill>
                <a:srgbClr val="15752A"/>
              </a:solidFill>
            </a:ln>
          </p:spPr>
          <p:txBody>
            <a:bodyPr wrap="square" lIns="0" tIns="0" rIns="0" bIns="0" rtlCol="0"/>
            <a:lstStyle/>
            <a:p>
              <a:endParaRPr/>
            </a:p>
          </p:txBody>
        </p:sp>
        <p:sp>
          <p:nvSpPr>
            <p:cNvPr id="10" name="object 10"/>
            <p:cNvSpPr/>
            <p:nvPr/>
          </p:nvSpPr>
          <p:spPr>
            <a:xfrm>
              <a:off x="557530" y="9909534"/>
              <a:ext cx="6633845" cy="0"/>
            </a:xfrm>
            <a:custGeom>
              <a:avLst/>
              <a:gdLst/>
              <a:ahLst/>
              <a:cxnLst/>
              <a:rect l="l" t="t" r="r" b="b"/>
              <a:pathLst>
                <a:path w="6633845">
                  <a:moveTo>
                    <a:pt x="0" y="0"/>
                  </a:moveTo>
                  <a:lnTo>
                    <a:pt x="6633806" y="0"/>
                  </a:lnTo>
                </a:path>
              </a:pathLst>
            </a:custGeom>
            <a:ln w="95249">
              <a:solidFill>
                <a:srgbClr val="FF5C1F"/>
              </a:solidFill>
            </a:ln>
          </p:spPr>
          <p:txBody>
            <a:bodyPr wrap="square" lIns="0" tIns="0" rIns="0" bIns="0" rtlCol="0"/>
            <a:lstStyle/>
            <a:p>
              <a:endParaRPr/>
            </a:p>
          </p:txBody>
        </p:sp>
        <p:pic>
          <p:nvPicPr>
            <p:cNvPr id="11" name="object 11"/>
            <p:cNvPicPr/>
            <p:nvPr/>
          </p:nvPicPr>
          <p:blipFill>
            <a:blip r:embed="rId3" cstate="print"/>
            <a:stretch>
              <a:fillRect/>
            </a:stretch>
          </p:blipFill>
          <p:spPr>
            <a:xfrm>
              <a:off x="834816" y="151685"/>
              <a:ext cx="1685924" cy="1638299"/>
            </a:xfrm>
            <a:prstGeom prst="rect">
              <a:avLst/>
            </a:prstGeom>
          </p:spPr>
        </p:pic>
        <p:pic>
          <p:nvPicPr>
            <p:cNvPr id="12" name="object 12"/>
            <p:cNvPicPr/>
            <p:nvPr/>
          </p:nvPicPr>
          <p:blipFill>
            <a:blip r:embed="rId4" cstate="print"/>
            <a:stretch>
              <a:fillRect/>
            </a:stretch>
          </p:blipFill>
          <p:spPr>
            <a:xfrm>
              <a:off x="15838393" y="118919"/>
              <a:ext cx="1700212" cy="1705952"/>
            </a:xfrm>
            <a:prstGeom prst="rect">
              <a:avLst/>
            </a:prstGeom>
          </p:spPr>
        </p:pic>
        <p:pic>
          <p:nvPicPr>
            <p:cNvPr id="13" name="object 13"/>
            <p:cNvPicPr/>
            <p:nvPr/>
          </p:nvPicPr>
          <p:blipFill>
            <a:blip r:embed="rId5" cstate="print"/>
            <a:stretch>
              <a:fillRect/>
            </a:stretch>
          </p:blipFill>
          <p:spPr>
            <a:xfrm>
              <a:off x="7885659" y="71388"/>
              <a:ext cx="2438399" cy="1800224"/>
            </a:xfrm>
            <a:prstGeom prst="rect">
              <a:avLst/>
            </a:prstGeom>
          </p:spPr>
        </p:pic>
      </p:grpSp>
      <p:sp>
        <p:nvSpPr>
          <p:cNvPr id="14" name="object 14"/>
          <p:cNvSpPr txBox="1">
            <a:spLocks noGrp="1"/>
          </p:cNvSpPr>
          <p:nvPr>
            <p:ph type="ftr" sz="quarter" idx="5"/>
          </p:nvPr>
        </p:nvSpPr>
        <p:spPr>
          <a:prstGeom prst="rect">
            <a:avLst/>
          </a:prstGeom>
        </p:spPr>
        <p:txBody>
          <a:bodyPr vert="horz" wrap="square" lIns="0" tIns="8255" rIns="0" bIns="0" rtlCol="0">
            <a:spAutoFit/>
          </a:bodyPr>
          <a:lstStyle/>
          <a:p>
            <a:pPr marL="12700">
              <a:lnSpc>
                <a:spcPct val="100000"/>
              </a:lnSpc>
              <a:spcBef>
                <a:spcPts val="65"/>
              </a:spcBef>
            </a:pPr>
            <a:r>
              <a:rPr dirty="0"/>
              <a:t>B</a:t>
            </a:r>
            <a:r>
              <a:rPr spc="-160" dirty="0"/>
              <a:t> </a:t>
            </a:r>
            <a:r>
              <a:rPr spc="-30" dirty="0"/>
              <a:t>U</a:t>
            </a:r>
            <a:r>
              <a:rPr spc="-160" dirty="0"/>
              <a:t> </a:t>
            </a:r>
            <a:r>
              <a:rPr spc="-420" dirty="0"/>
              <a:t>I</a:t>
            </a:r>
            <a:r>
              <a:rPr spc="-160" dirty="0"/>
              <a:t> </a:t>
            </a:r>
            <a:r>
              <a:rPr spc="-65" dirty="0"/>
              <a:t>L</a:t>
            </a:r>
            <a:r>
              <a:rPr spc="-155" dirty="0"/>
              <a:t> </a:t>
            </a:r>
            <a:r>
              <a:rPr spc="-50" dirty="0"/>
              <a:t>D</a:t>
            </a:r>
          </a:p>
        </p:txBody>
      </p:sp>
      <p:sp>
        <p:nvSpPr>
          <p:cNvPr id="15" name="object 15"/>
          <p:cNvSpPr txBox="1">
            <a:spLocks noGrp="1"/>
          </p:cNvSpPr>
          <p:nvPr>
            <p:ph type="dt" sz="half" idx="6"/>
          </p:nvPr>
        </p:nvSpPr>
        <p:spPr>
          <a:prstGeom prst="rect">
            <a:avLst/>
          </a:prstGeom>
        </p:spPr>
        <p:txBody>
          <a:bodyPr vert="horz" wrap="square" lIns="0" tIns="8255" rIns="0" bIns="0" rtlCol="0">
            <a:spAutoFit/>
          </a:bodyPr>
          <a:lstStyle/>
          <a:p>
            <a:pPr marL="12700">
              <a:lnSpc>
                <a:spcPct val="100000"/>
              </a:lnSpc>
              <a:spcBef>
                <a:spcPts val="65"/>
              </a:spcBef>
            </a:pPr>
            <a:r>
              <a:rPr dirty="0"/>
              <a:t>W</a:t>
            </a:r>
            <a:r>
              <a:rPr spc="-180" dirty="0"/>
              <a:t> </a:t>
            </a:r>
            <a:r>
              <a:rPr spc="-420" dirty="0"/>
              <a:t>I</a:t>
            </a:r>
            <a:r>
              <a:rPr spc="-150" dirty="0"/>
              <a:t> </a:t>
            </a:r>
            <a:r>
              <a:rPr spc="-145" dirty="0"/>
              <a:t>T </a:t>
            </a:r>
            <a:r>
              <a:rPr spc="-50" dirty="0"/>
              <a:t>H</a:t>
            </a:r>
          </a:p>
        </p:txBody>
      </p:sp>
      <p:sp>
        <p:nvSpPr>
          <p:cNvPr id="16" name="object 16"/>
          <p:cNvSpPr txBox="1"/>
          <p:nvPr/>
        </p:nvSpPr>
        <p:spPr>
          <a:xfrm>
            <a:off x="9548127" y="9737490"/>
            <a:ext cx="1195070" cy="316230"/>
          </a:xfrm>
          <a:prstGeom prst="rect">
            <a:avLst/>
          </a:prstGeom>
        </p:spPr>
        <p:txBody>
          <a:bodyPr vert="horz" wrap="square" lIns="0" tIns="8255" rIns="0" bIns="0" rtlCol="0">
            <a:spAutoFit/>
          </a:bodyPr>
          <a:lstStyle/>
          <a:p>
            <a:pPr marL="12700">
              <a:lnSpc>
                <a:spcPct val="100000"/>
              </a:lnSpc>
              <a:spcBef>
                <a:spcPts val="65"/>
              </a:spcBef>
            </a:pPr>
            <a:r>
              <a:rPr sz="1850" b="1" dirty="0">
                <a:solidFill>
                  <a:srgbClr val="FF5C1F"/>
                </a:solidFill>
                <a:latin typeface="Nirmala UI"/>
                <a:cs typeface="Nirmala UI"/>
              </a:rPr>
              <a:t>भा</a:t>
            </a:r>
            <a:r>
              <a:rPr sz="1850" b="1" spc="-130" dirty="0">
                <a:solidFill>
                  <a:srgbClr val="FF5C1F"/>
                </a:solidFill>
                <a:latin typeface="Nirmala UI"/>
                <a:cs typeface="Nirmala UI"/>
              </a:rPr>
              <a:t> </a:t>
            </a:r>
            <a:r>
              <a:rPr sz="1850" b="1" spc="-170" dirty="0">
                <a:solidFill>
                  <a:srgbClr val="FF5C1F"/>
                </a:solidFill>
                <a:latin typeface="Nirmala UI"/>
                <a:cs typeface="Nirmala UI"/>
              </a:rPr>
              <a:t>र</a:t>
            </a:r>
            <a:r>
              <a:rPr sz="1850" b="1" spc="-45" dirty="0">
                <a:solidFill>
                  <a:srgbClr val="FF5C1F"/>
                </a:solidFill>
                <a:latin typeface="Nirmala UI"/>
                <a:cs typeface="Nirmala UI"/>
              </a:rPr>
              <a:t> </a:t>
            </a:r>
            <a:r>
              <a:rPr sz="1850" b="1" dirty="0">
                <a:solidFill>
                  <a:srgbClr val="FF5C1F"/>
                </a:solidFill>
                <a:latin typeface="Nirmala UI"/>
                <a:cs typeface="Nirmala UI"/>
              </a:rPr>
              <a:t>त</a:t>
            </a:r>
            <a:r>
              <a:rPr sz="1850" b="1" spc="-100" dirty="0">
                <a:solidFill>
                  <a:srgbClr val="FF5C1F"/>
                </a:solidFill>
                <a:latin typeface="Nirmala UI"/>
                <a:cs typeface="Nirmala UI"/>
              </a:rPr>
              <a:t> </a:t>
            </a:r>
            <a:r>
              <a:rPr sz="1850" b="1" dirty="0">
                <a:solidFill>
                  <a:srgbClr val="FF5C1F"/>
                </a:solidFill>
                <a:latin typeface="Tahoma"/>
                <a:cs typeface="Tahoma"/>
              </a:rPr>
              <a:t>2</a:t>
            </a:r>
            <a:r>
              <a:rPr sz="1850" b="1" spc="-90" dirty="0">
                <a:solidFill>
                  <a:srgbClr val="FF5C1F"/>
                </a:solidFill>
                <a:latin typeface="Tahoma"/>
                <a:cs typeface="Tahoma"/>
              </a:rPr>
              <a:t> </a:t>
            </a:r>
            <a:r>
              <a:rPr sz="1850" b="1" spc="-95" dirty="0">
                <a:solidFill>
                  <a:srgbClr val="FF5C1F"/>
                </a:solidFill>
                <a:latin typeface="Tahoma"/>
                <a:cs typeface="Tahoma"/>
              </a:rPr>
              <a:t>.</a:t>
            </a:r>
            <a:r>
              <a:rPr sz="1850" b="1" spc="-100" dirty="0">
                <a:solidFill>
                  <a:srgbClr val="FF5C1F"/>
                </a:solidFill>
                <a:latin typeface="Tahoma"/>
                <a:cs typeface="Tahoma"/>
              </a:rPr>
              <a:t> </a:t>
            </a:r>
            <a:r>
              <a:rPr sz="1850" b="1" spc="40" dirty="0">
                <a:solidFill>
                  <a:srgbClr val="FF5C1F"/>
                </a:solidFill>
                <a:latin typeface="Tahoma"/>
                <a:cs typeface="Tahoma"/>
              </a:rPr>
              <a:t>0</a:t>
            </a:r>
            <a:endParaRPr sz="1850">
              <a:latin typeface="Tahoma"/>
              <a:cs typeface="Tahoma"/>
            </a:endParaRPr>
          </a:p>
        </p:txBody>
      </p:sp>
      <p:graphicFrame>
        <p:nvGraphicFramePr>
          <p:cNvPr id="17" name="Table 16">
            <a:extLst>
              <a:ext uri="{FF2B5EF4-FFF2-40B4-BE49-F238E27FC236}">
                <a16:creationId xmlns:a16="http://schemas.microsoft.com/office/drawing/2014/main" id="{F2A2A475-E0AE-A2BA-0E25-0217DF6BCAB7}"/>
              </a:ext>
            </a:extLst>
          </p:cNvPr>
          <p:cNvGraphicFramePr>
            <a:graphicFrameLocks noGrp="1"/>
          </p:cNvGraphicFramePr>
          <p:nvPr>
            <p:extLst>
              <p:ext uri="{D42A27DB-BD31-4B8C-83A1-F6EECF244321}">
                <p14:modId xmlns:p14="http://schemas.microsoft.com/office/powerpoint/2010/main" val="2134250940"/>
              </p:ext>
            </p:extLst>
          </p:nvPr>
        </p:nvGraphicFramePr>
        <p:xfrm>
          <a:off x="822116" y="2878284"/>
          <a:ext cx="16126409" cy="6675120"/>
        </p:xfrm>
        <a:graphic>
          <a:graphicData uri="http://schemas.openxmlformats.org/drawingml/2006/table">
            <a:tbl>
              <a:tblPr firstRow="1" bandRow="1">
                <a:tableStyleId>{93296810-A885-4BE3-A3E7-6D5BEEA58F35}</a:tableStyleId>
              </a:tblPr>
              <a:tblGrid>
                <a:gridCol w="3128829">
                  <a:extLst>
                    <a:ext uri="{9D8B030D-6E8A-4147-A177-3AD203B41FA5}">
                      <a16:colId xmlns:a16="http://schemas.microsoft.com/office/drawing/2014/main" val="2998049286"/>
                    </a:ext>
                  </a:extLst>
                </a:gridCol>
                <a:gridCol w="3128829">
                  <a:extLst>
                    <a:ext uri="{9D8B030D-6E8A-4147-A177-3AD203B41FA5}">
                      <a16:colId xmlns:a16="http://schemas.microsoft.com/office/drawing/2014/main" val="1277925464"/>
                    </a:ext>
                  </a:extLst>
                </a:gridCol>
                <a:gridCol w="3128829">
                  <a:extLst>
                    <a:ext uri="{9D8B030D-6E8A-4147-A177-3AD203B41FA5}">
                      <a16:colId xmlns:a16="http://schemas.microsoft.com/office/drawing/2014/main" val="555067636"/>
                    </a:ext>
                  </a:extLst>
                </a:gridCol>
                <a:gridCol w="3128829">
                  <a:extLst>
                    <a:ext uri="{9D8B030D-6E8A-4147-A177-3AD203B41FA5}">
                      <a16:colId xmlns:a16="http://schemas.microsoft.com/office/drawing/2014/main" val="2642061332"/>
                    </a:ext>
                  </a:extLst>
                </a:gridCol>
                <a:gridCol w="3611093">
                  <a:extLst>
                    <a:ext uri="{9D8B030D-6E8A-4147-A177-3AD203B41FA5}">
                      <a16:colId xmlns:a16="http://schemas.microsoft.com/office/drawing/2014/main" val="4199705413"/>
                    </a:ext>
                  </a:extLst>
                </a:gridCol>
              </a:tblGrid>
              <a:tr h="1126965">
                <a:tc>
                  <a:txBody>
                    <a:bodyPr/>
                    <a:lstStyle/>
                    <a:p>
                      <a:pPr algn="ctr"/>
                      <a:r>
                        <a:rPr lang="en-IN" sz="2800" dirty="0"/>
                        <a:t>Author(s)</a:t>
                      </a:r>
                    </a:p>
                  </a:txBody>
                  <a:tcPr/>
                </a:tc>
                <a:tc>
                  <a:txBody>
                    <a:bodyPr/>
                    <a:lstStyle/>
                    <a:p>
                      <a:pPr algn="ctr"/>
                      <a:r>
                        <a:rPr lang="en-IN" sz="2800" dirty="0"/>
                        <a:t>Published year </a:t>
                      </a:r>
                    </a:p>
                  </a:txBody>
                  <a:tcPr/>
                </a:tc>
                <a:tc>
                  <a:txBody>
                    <a:bodyPr/>
                    <a:lstStyle/>
                    <a:p>
                      <a:pPr algn="ctr"/>
                      <a:r>
                        <a:rPr lang="en-IN" sz="2800" dirty="0"/>
                        <a:t>Reference / Source</a:t>
                      </a:r>
                    </a:p>
                  </a:txBody>
                  <a:tcPr/>
                </a:tc>
                <a:tc>
                  <a:txBody>
                    <a:bodyPr/>
                    <a:lstStyle/>
                    <a:p>
                      <a:pPr algn="ctr"/>
                      <a:r>
                        <a:rPr lang="en-IN" sz="2800" dirty="0"/>
                        <a:t>Link</a:t>
                      </a:r>
                    </a:p>
                  </a:txBody>
                  <a:tcPr/>
                </a:tc>
                <a:tc>
                  <a:txBody>
                    <a:bodyPr/>
                    <a:lstStyle/>
                    <a:p>
                      <a:pPr algn="ctr"/>
                      <a:r>
                        <a:rPr lang="en-IN" sz="2800" dirty="0"/>
                        <a:t>Core Concepts Implemented in Rescue Mesh</a:t>
                      </a:r>
                    </a:p>
                  </a:txBody>
                  <a:tcPr/>
                </a:tc>
                <a:extLst>
                  <a:ext uri="{0D108BD9-81ED-4DB2-BD59-A6C34878D82A}">
                    <a16:rowId xmlns:a16="http://schemas.microsoft.com/office/drawing/2014/main" val="1424846828"/>
                  </a:ext>
                </a:extLst>
              </a:tr>
              <a:tr h="1126965">
                <a:tc>
                  <a:txBody>
                    <a:bodyPr/>
                    <a:lstStyle/>
                    <a:p>
                      <a:pPr algn="ctr"/>
                      <a:r>
                        <a:rPr lang="en-IN" sz="2400" b="1" dirty="0"/>
                        <a:t>López-Villegas et al</a:t>
                      </a:r>
                    </a:p>
                  </a:txBody>
                  <a:tcPr/>
                </a:tc>
                <a:tc>
                  <a:txBody>
                    <a:bodyPr/>
                    <a:lstStyle/>
                    <a:p>
                      <a:pPr algn="ctr"/>
                      <a:r>
                        <a:rPr lang="en-IN" sz="2400" b="1" dirty="0"/>
                        <a:t>2026</a:t>
                      </a:r>
                    </a:p>
                  </a:txBody>
                  <a:tcPr/>
                </a:tc>
                <a:tc>
                  <a:txBody>
                    <a:bodyPr/>
                    <a:lstStyle/>
                    <a:p>
                      <a:r>
                        <a:rPr lang="en-IN" b="1" dirty="0"/>
                        <a:t>A Systematic Literature Review of Emergency Communications Assisted by UAVs</a:t>
                      </a:r>
                    </a:p>
                  </a:txBody>
                  <a:tcPr/>
                </a:tc>
                <a:tc>
                  <a:txBody>
                    <a:bodyPr/>
                    <a:lstStyle/>
                    <a:p>
                      <a:pPr algn="ctr"/>
                      <a:r>
                        <a:rPr lang="en-IN" sz="2400" dirty="0">
                          <a:hlinkClick r:id="rId6"/>
                        </a:rPr>
                        <a:t>Link</a:t>
                      </a:r>
                      <a:endParaRPr lang="en-IN" sz="2400" dirty="0"/>
                    </a:p>
                  </a:txBody>
                  <a:tcPr/>
                </a:tc>
                <a:tc>
                  <a:txBody>
                    <a:bodyPr/>
                    <a:lstStyle/>
                    <a:p>
                      <a:r>
                        <a:rPr lang="en-IN" b="1" dirty="0"/>
                        <a:t>Multi-Hop WSN Routing: Adopted multi-hop ad-hoc network topologies and optimization algorithms for drone-assisted disaster zones. </a:t>
                      </a:r>
                    </a:p>
                  </a:txBody>
                  <a:tcPr/>
                </a:tc>
                <a:extLst>
                  <a:ext uri="{0D108BD9-81ED-4DB2-BD59-A6C34878D82A}">
                    <a16:rowId xmlns:a16="http://schemas.microsoft.com/office/drawing/2014/main" val="3435461167"/>
                  </a:ext>
                </a:extLst>
              </a:tr>
              <a:tr h="1126965">
                <a:tc>
                  <a:txBody>
                    <a:bodyPr/>
                    <a:lstStyle/>
                    <a:p>
                      <a:pPr algn="ctr"/>
                      <a:r>
                        <a:rPr lang="en-IN" sz="2400" b="1" dirty="0" err="1"/>
                        <a:t>Alsamhi</a:t>
                      </a:r>
                      <a:r>
                        <a:rPr lang="en-IN" sz="2400" b="1" dirty="0"/>
                        <a:t> et al</a:t>
                      </a:r>
                    </a:p>
                  </a:txBody>
                  <a:tcPr/>
                </a:tc>
                <a:tc>
                  <a:txBody>
                    <a:bodyPr/>
                    <a:lstStyle/>
                    <a:p>
                      <a:pPr algn="ctr"/>
                      <a:r>
                        <a:rPr lang="en-IN" sz="2400" b="1" dirty="0"/>
                        <a:t>2022</a:t>
                      </a:r>
                    </a:p>
                  </a:txBody>
                  <a:tcPr/>
                </a:tc>
                <a:tc>
                  <a:txBody>
                    <a:bodyPr/>
                    <a:lstStyle/>
                    <a:p>
                      <a:r>
                        <a:rPr lang="en-IN" b="1" dirty="0"/>
                        <a:t>UAV Computing-Assisted SAR Mission Framework for Disaster Mitigation (MDPI Drones)</a:t>
                      </a:r>
                    </a:p>
                  </a:txBody>
                  <a:tcPr/>
                </a:tc>
                <a:tc>
                  <a:txBody>
                    <a:bodyPr/>
                    <a:lstStyle/>
                    <a:p>
                      <a:pPr algn="ctr"/>
                      <a:r>
                        <a:rPr lang="en-IN" sz="2400" dirty="0">
                          <a:hlinkClick r:id="rId7"/>
                        </a:rPr>
                        <a:t>Link</a:t>
                      </a:r>
                      <a:endParaRPr lang="en-IN" sz="2400" dirty="0"/>
                    </a:p>
                  </a:txBody>
                  <a:tcPr/>
                </a:tc>
                <a:tc>
                  <a:txBody>
                    <a:bodyPr/>
                    <a:lstStyle/>
                    <a:p>
                      <a:r>
                        <a:rPr lang="en-IN" b="1" dirty="0"/>
                        <a:t>Edge Intelligence in SAR: Implemented edge computing models on nodes to process local acoustic sensor data before relaying</a:t>
                      </a:r>
                      <a:r>
                        <a:rPr lang="en-IN" dirty="0"/>
                        <a:t>. </a:t>
                      </a:r>
                    </a:p>
                  </a:txBody>
                  <a:tcPr/>
                </a:tc>
                <a:extLst>
                  <a:ext uri="{0D108BD9-81ED-4DB2-BD59-A6C34878D82A}">
                    <a16:rowId xmlns:a16="http://schemas.microsoft.com/office/drawing/2014/main" val="2180368407"/>
                  </a:ext>
                </a:extLst>
              </a:tr>
              <a:tr h="1126965">
                <a:tc>
                  <a:txBody>
                    <a:bodyPr/>
                    <a:lstStyle/>
                    <a:p>
                      <a:pPr algn="ctr"/>
                      <a:r>
                        <a:rPr lang="en-IN" sz="2400" b="1" dirty="0"/>
                        <a:t>Manuel, </a:t>
                      </a:r>
                      <a:r>
                        <a:rPr lang="en-IN" sz="2400" b="1" dirty="0" err="1"/>
                        <a:t>Faied</a:t>
                      </a:r>
                      <a:r>
                        <a:rPr lang="en-IN" sz="2400" b="1" dirty="0"/>
                        <a:t> &amp; Krishnan</a:t>
                      </a:r>
                    </a:p>
                  </a:txBody>
                  <a:tcPr/>
                </a:tc>
                <a:tc>
                  <a:txBody>
                    <a:bodyPr/>
                    <a:lstStyle/>
                    <a:p>
                      <a:pPr algn="ctr"/>
                      <a:r>
                        <a:rPr lang="en-IN" sz="2400" b="1" dirty="0"/>
                        <a:t>2024</a:t>
                      </a:r>
                    </a:p>
                  </a:txBody>
                  <a:tcPr/>
                </a:tc>
                <a:tc>
                  <a:txBody>
                    <a:bodyPr/>
                    <a:lstStyle/>
                    <a:p>
                      <a:r>
                        <a:rPr lang="en-IN" b="1" dirty="0"/>
                        <a:t>A LoRa-Based Disaster Management System for SAR Missions (IEEE IoT Journal)</a:t>
                      </a:r>
                    </a:p>
                  </a:txBody>
                  <a:tcPr/>
                </a:tc>
                <a:tc>
                  <a:txBody>
                    <a:bodyPr/>
                    <a:lstStyle/>
                    <a:p>
                      <a:pPr algn="ctr"/>
                      <a:r>
                        <a:rPr lang="en-IN" sz="2400" b="0" dirty="0">
                          <a:hlinkClick r:id="rId8"/>
                        </a:rPr>
                        <a:t>Link</a:t>
                      </a:r>
                      <a:endParaRPr lang="en-IN" sz="2400" b="0" dirty="0"/>
                    </a:p>
                  </a:txBody>
                  <a:tcPr/>
                </a:tc>
                <a:tc>
                  <a:txBody>
                    <a:bodyPr/>
                    <a:lstStyle/>
                    <a:p>
                      <a:r>
                        <a:rPr lang="en-IN" b="1" dirty="0"/>
                        <a:t>Decentralized LoRa LPWAN: Applied long-range sub-GHz packet routing for zero-cellular disaster communications.</a:t>
                      </a:r>
                    </a:p>
                  </a:txBody>
                  <a:tcPr/>
                </a:tc>
                <a:extLst>
                  <a:ext uri="{0D108BD9-81ED-4DB2-BD59-A6C34878D82A}">
                    <a16:rowId xmlns:a16="http://schemas.microsoft.com/office/drawing/2014/main" val="1056063909"/>
                  </a:ext>
                </a:extLst>
              </a:tr>
              <a:tr h="1126965">
                <a:tc>
                  <a:txBody>
                    <a:bodyPr/>
                    <a:lstStyle/>
                    <a:p>
                      <a:pPr algn="ctr"/>
                      <a:r>
                        <a:rPr lang="en-IN" sz="2400" b="1" dirty="0"/>
                        <a:t>NDMA Guidelines</a:t>
                      </a:r>
                    </a:p>
                  </a:txBody>
                  <a:tcPr/>
                </a:tc>
                <a:tc>
                  <a:txBody>
                    <a:bodyPr/>
                    <a:lstStyle/>
                    <a:p>
                      <a:pPr algn="ctr"/>
                      <a:r>
                        <a:rPr lang="en-IN" sz="2400" b="1" dirty="0"/>
                        <a:t>2023</a:t>
                      </a:r>
                    </a:p>
                  </a:txBody>
                  <a:tcPr/>
                </a:tc>
                <a:tc>
                  <a:txBody>
                    <a:bodyPr/>
                    <a:lstStyle/>
                    <a:p>
                      <a:r>
                        <a:rPr lang="en-IN" b="1" dirty="0"/>
                        <a:t>National Disaster Management Guidelines for Emergency Telecommunications</a:t>
                      </a:r>
                    </a:p>
                  </a:txBody>
                  <a:tcPr/>
                </a:tc>
                <a:tc>
                  <a:txBody>
                    <a:bodyPr/>
                    <a:lstStyle/>
                    <a:p>
                      <a:pPr algn="ctr"/>
                      <a:r>
                        <a:rPr lang="en-IN" sz="2400" dirty="0">
                          <a:hlinkClick r:id="rId9"/>
                        </a:rPr>
                        <a:t>Link</a:t>
                      </a:r>
                      <a:endParaRPr lang="en-IN" sz="2400" dirty="0"/>
                    </a:p>
                  </a:txBody>
                  <a:tcPr/>
                </a:tc>
                <a:tc>
                  <a:txBody>
                    <a:bodyPr/>
                    <a:lstStyle/>
                    <a:p>
                      <a:r>
                        <a:rPr lang="en-IN" b="1" dirty="0"/>
                        <a:t>Triage &amp; Emergency Framework: Aligned triage severity metrics, golden-hour alert urgency, and field team dispatch protocols.</a:t>
                      </a:r>
                    </a:p>
                  </a:txBody>
                  <a:tcPr/>
                </a:tc>
                <a:extLst>
                  <a:ext uri="{0D108BD9-81ED-4DB2-BD59-A6C34878D82A}">
                    <a16:rowId xmlns:a16="http://schemas.microsoft.com/office/drawing/2014/main" val="1070879615"/>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lang="en-US" spc="-95" dirty="0"/>
              <a:t>MOBILE APP DASHBOARD</a:t>
            </a:r>
            <a:endParaRPr spc="110" dirty="0"/>
          </a:p>
        </p:txBody>
      </p:sp>
      <p:sp>
        <p:nvSpPr>
          <p:cNvPr id="3" name="object 3"/>
          <p:cNvSpPr/>
          <p:nvPr/>
        </p:nvSpPr>
        <p:spPr>
          <a:xfrm>
            <a:off x="447092" y="1713543"/>
            <a:ext cx="190500" cy="991869"/>
          </a:xfrm>
          <a:custGeom>
            <a:avLst/>
            <a:gdLst/>
            <a:ahLst/>
            <a:cxnLst/>
            <a:rect l="l" t="t" r="r" b="b"/>
            <a:pathLst>
              <a:path w="190500" h="991869">
                <a:moveTo>
                  <a:pt x="190499" y="0"/>
                </a:moveTo>
                <a:lnTo>
                  <a:pt x="190499" y="991268"/>
                </a:lnTo>
                <a:lnTo>
                  <a:pt x="0" y="991268"/>
                </a:lnTo>
                <a:lnTo>
                  <a:pt x="0" y="0"/>
                </a:lnTo>
                <a:lnTo>
                  <a:pt x="190499" y="0"/>
                </a:lnTo>
                <a:close/>
              </a:path>
            </a:pathLst>
          </a:custGeom>
          <a:solidFill>
            <a:srgbClr val="FF5C1F"/>
          </a:solidFill>
        </p:spPr>
        <p:txBody>
          <a:bodyPr wrap="square" lIns="0" tIns="0" rIns="0" bIns="0" rtlCol="0"/>
          <a:lstStyle/>
          <a:p>
            <a:endParaRPr/>
          </a:p>
        </p:txBody>
      </p:sp>
      <p:grpSp>
        <p:nvGrpSpPr>
          <p:cNvPr id="4" name="object 4"/>
          <p:cNvGrpSpPr/>
          <p:nvPr/>
        </p:nvGrpSpPr>
        <p:grpSpPr>
          <a:xfrm>
            <a:off x="557530" y="71388"/>
            <a:ext cx="17099300" cy="9838146"/>
            <a:chOff x="557530" y="71388"/>
            <a:chExt cx="17099300" cy="9838146"/>
          </a:xfrm>
        </p:grpSpPr>
        <p:sp>
          <p:nvSpPr>
            <p:cNvPr id="5" name="object 5"/>
            <p:cNvSpPr/>
            <p:nvPr/>
          </p:nvSpPr>
          <p:spPr>
            <a:xfrm>
              <a:off x="11506200" y="2249313"/>
              <a:ext cx="4438650" cy="0"/>
            </a:xfrm>
            <a:custGeom>
              <a:avLst/>
              <a:gdLst/>
              <a:ahLst/>
              <a:cxnLst/>
              <a:rect l="l" t="t" r="r" b="b"/>
              <a:pathLst>
                <a:path w="4438650">
                  <a:moveTo>
                    <a:pt x="0" y="0"/>
                  </a:moveTo>
                  <a:lnTo>
                    <a:pt x="4438488" y="0"/>
                  </a:lnTo>
                </a:path>
              </a:pathLst>
            </a:custGeom>
            <a:ln w="85724">
              <a:solidFill>
                <a:srgbClr val="FF5C1F"/>
              </a:solidFill>
            </a:ln>
          </p:spPr>
          <p:txBody>
            <a:bodyPr wrap="square" lIns="0" tIns="0" rIns="0" bIns="0" rtlCol="0"/>
            <a:lstStyle/>
            <a:p>
              <a:endParaRPr/>
            </a:p>
          </p:txBody>
        </p:sp>
        <p:sp>
          <p:nvSpPr>
            <p:cNvPr id="6" name="object 6"/>
            <p:cNvSpPr/>
            <p:nvPr/>
          </p:nvSpPr>
          <p:spPr>
            <a:xfrm>
              <a:off x="15944850" y="2121073"/>
              <a:ext cx="262890" cy="262890"/>
            </a:xfrm>
            <a:custGeom>
              <a:avLst/>
              <a:gdLst/>
              <a:ahLst/>
              <a:cxnLst/>
              <a:rect l="l" t="t" r="r" b="b"/>
              <a:pathLst>
                <a:path w="262890" h="262889">
                  <a:moveTo>
                    <a:pt x="131363" y="262727"/>
                  </a:moveTo>
                  <a:lnTo>
                    <a:pt x="80230" y="252404"/>
                  </a:lnTo>
                  <a:lnTo>
                    <a:pt x="38475" y="224252"/>
                  </a:lnTo>
                  <a:lnTo>
                    <a:pt x="10323" y="182496"/>
                  </a:lnTo>
                  <a:lnTo>
                    <a:pt x="0" y="131363"/>
                  </a:lnTo>
                  <a:lnTo>
                    <a:pt x="10323" y="80231"/>
                  </a:lnTo>
                  <a:lnTo>
                    <a:pt x="38475" y="38475"/>
                  </a:lnTo>
                  <a:lnTo>
                    <a:pt x="80230" y="10323"/>
                  </a:lnTo>
                  <a:lnTo>
                    <a:pt x="131363" y="0"/>
                  </a:lnTo>
                  <a:lnTo>
                    <a:pt x="182496" y="10323"/>
                  </a:lnTo>
                  <a:lnTo>
                    <a:pt x="224252" y="38475"/>
                  </a:lnTo>
                  <a:lnTo>
                    <a:pt x="252404" y="80231"/>
                  </a:lnTo>
                  <a:lnTo>
                    <a:pt x="262727" y="131363"/>
                  </a:lnTo>
                  <a:lnTo>
                    <a:pt x="252404" y="182496"/>
                  </a:lnTo>
                  <a:lnTo>
                    <a:pt x="224252" y="224252"/>
                  </a:lnTo>
                  <a:lnTo>
                    <a:pt x="182496" y="252404"/>
                  </a:lnTo>
                  <a:lnTo>
                    <a:pt x="131363" y="262727"/>
                  </a:lnTo>
                  <a:close/>
                </a:path>
              </a:pathLst>
            </a:custGeom>
            <a:solidFill>
              <a:srgbClr val="FF5C1F"/>
            </a:solidFill>
          </p:spPr>
          <p:txBody>
            <a:bodyPr wrap="square" lIns="0" tIns="0" rIns="0" bIns="0" rtlCol="0"/>
            <a:lstStyle/>
            <a:p>
              <a:endParaRPr dirty="0"/>
            </a:p>
          </p:txBody>
        </p:sp>
        <p:sp>
          <p:nvSpPr>
            <p:cNvPr id="7" name="object 7"/>
            <p:cNvSpPr/>
            <p:nvPr/>
          </p:nvSpPr>
          <p:spPr>
            <a:xfrm>
              <a:off x="10855980" y="9909534"/>
              <a:ext cx="6800850" cy="0"/>
            </a:xfrm>
            <a:custGeom>
              <a:avLst/>
              <a:gdLst/>
              <a:ahLst/>
              <a:cxnLst/>
              <a:rect l="l" t="t" r="r" b="b"/>
              <a:pathLst>
                <a:path w="6800850">
                  <a:moveTo>
                    <a:pt x="0" y="0"/>
                  </a:moveTo>
                  <a:lnTo>
                    <a:pt x="6800500" y="0"/>
                  </a:lnTo>
                </a:path>
              </a:pathLst>
            </a:custGeom>
            <a:ln w="95249">
              <a:solidFill>
                <a:srgbClr val="15752A"/>
              </a:solidFill>
            </a:ln>
          </p:spPr>
          <p:txBody>
            <a:bodyPr wrap="square" lIns="0" tIns="0" rIns="0" bIns="0" rtlCol="0"/>
            <a:lstStyle/>
            <a:p>
              <a:endParaRPr/>
            </a:p>
          </p:txBody>
        </p:sp>
        <p:sp>
          <p:nvSpPr>
            <p:cNvPr id="8" name="object 8"/>
            <p:cNvSpPr/>
            <p:nvPr/>
          </p:nvSpPr>
          <p:spPr>
            <a:xfrm>
              <a:off x="557530" y="9909534"/>
              <a:ext cx="6633845" cy="0"/>
            </a:xfrm>
            <a:custGeom>
              <a:avLst/>
              <a:gdLst/>
              <a:ahLst/>
              <a:cxnLst/>
              <a:rect l="l" t="t" r="r" b="b"/>
              <a:pathLst>
                <a:path w="6633845">
                  <a:moveTo>
                    <a:pt x="0" y="0"/>
                  </a:moveTo>
                  <a:lnTo>
                    <a:pt x="6633806" y="0"/>
                  </a:lnTo>
                </a:path>
              </a:pathLst>
            </a:custGeom>
            <a:ln w="95249">
              <a:solidFill>
                <a:srgbClr val="FF5C1F"/>
              </a:solidFill>
            </a:ln>
          </p:spPr>
          <p:txBody>
            <a:bodyPr wrap="square" lIns="0" tIns="0" rIns="0" bIns="0" rtlCol="0"/>
            <a:lstStyle/>
            <a:p>
              <a:endParaRPr/>
            </a:p>
          </p:txBody>
        </p:sp>
        <p:pic>
          <p:nvPicPr>
            <p:cNvPr id="9" name="object 9"/>
            <p:cNvPicPr/>
            <p:nvPr/>
          </p:nvPicPr>
          <p:blipFill>
            <a:blip r:embed="rId2" cstate="print"/>
            <a:stretch>
              <a:fillRect/>
            </a:stretch>
          </p:blipFill>
          <p:spPr>
            <a:xfrm>
              <a:off x="834816" y="151685"/>
              <a:ext cx="1685924" cy="1638299"/>
            </a:xfrm>
            <a:prstGeom prst="rect">
              <a:avLst/>
            </a:prstGeom>
          </p:spPr>
        </p:pic>
        <p:pic>
          <p:nvPicPr>
            <p:cNvPr id="10" name="object 10"/>
            <p:cNvPicPr/>
            <p:nvPr/>
          </p:nvPicPr>
          <p:blipFill>
            <a:blip r:embed="rId3" cstate="print"/>
            <a:stretch>
              <a:fillRect/>
            </a:stretch>
          </p:blipFill>
          <p:spPr>
            <a:xfrm>
              <a:off x="15838393" y="118919"/>
              <a:ext cx="1700212" cy="1705952"/>
            </a:xfrm>
            <a:prstGeom prst="rect">
              <a:avLst/>
            </a:prstGeom>
          </p:spPr>
        </p:pic>
        <p:pic>
          <p:nvPicPr>
            <p:cNvPr id="11" name="object 11"/>
            <p:cNvPicPr/>
            <p:nvPr/>
          </p:nvPicPr>
          <p:blipFill>
            <a:blip r:embed="rId4" cstate="print"/>
            <a:stretch>
              <a:fillRect/>
            </a:stretch>
          </p:blipFill>
          <p:spPr>
            <a:xfrm>
              <a:off x="7885659" y="71388"/>
              <a:ext cx="2438399" cy="1800224"/>
            </a:xfrm>
            <a:prstGeom prst="rect">
              <a:avLst/>
            </a:prstGeom>
          </p:spPr>
        </p:pic>
      </p:grpSp>
      <p:sp>
        <p:nvSpPr>
          <p:cNvPr id="12" name="object 12"/>
          <p:cNvSpPr txBox="1">
            <a:spLocks noGrp="1"/>
          </p:cNvSpPr>
          <p:nvPr>
            <p:ph type="ftr" sz="quarter" idx="5"/>
          </p:nvPr>
        </p:nvSpPr>
        <p:spPr>
          <a:prstGeom prst="rect">
            <a:avLst/>
          </a:prstGeom>
        </p:spPr>
        <p:txBody>
          <a:bodyPr vert="horz" wrap="square" lIns="0" tIns="8255" rIns="0" bIns="0" rtlCol="0">
            <a:spAutoFit/>
          </a:bodyPr>
          <a:lstStyle/>
          <a:p>
            <a:pPr marL="12700">
              <a:lnSpc>
                <a:spcPct val="100000"/>
              </a:lnSpc>
              <a:spcBef>
                <a:spcPts val="65"/>
              </a:spcBef>
            </a:pPr>
            <a:r>
              <a:rPr dirty="0"/>
              <a:t>B</a:t>
            </a:r>
            <a:r>
              <a:rPr spc="-160" dirty="0"/>
              <a:t> </a:t>
            </a:r>
            <a:r>
              <a:rPr spc="-30" dirty="0"/>
              <a:t>U</a:t>
            </a:r>
            <a:r>
              <a:rPr spc="-160" dirty="0"/>
              <a:t> </a:t>
            </a:r>
            <a:r>
              <a:rPr spc="-420" dirty="0"/>
              <a:t>I</a:t>
            </a:r>
            <a:r>
              <a:rPr spc="-160" dirty="0"/>
              <a:t> </a:t>
            </a:r>
            <a:r>
              <a:rPr spc="-65" dirty="0"/>
              <a:t>L</a:t>
            </a:r>
            <a:r>
              <a:rPr spc="-155" dirty="0"/>
              <a:t> </a:t>
            </a:r>
            <a:r>
              <a:rPr spc="-50" dirty="0"/>
              <a:t>D</a:t>
            </a:r>
          </a:p>
        </p:txBody>
      </p:sp>
      <p:sp>
        <p:nvSpPr>
          <p:cNvPr id="13" name="object 13"/>
          <p:cNvSpPr txBox="1">
            <a:spLocks noGrp="1"/>
          </p:cNvSpPr>
          <p:nvPr>
            <p:ph type="dt" sz="half" idx="6"/>
          </p:nvPr>
        </p:nvSpPr>
        <p:spPr>
          <a:prstGeom prst="rect">
            <a:avLst/>
          </a:prstGeom>
        </p:spPr>
        <p:txBody>
          <a:bodyPr vert="horz" wrap="square" lIns="0" tIns="8255" rIns="0" bIns="0" rtlCol="0">
            <a:spAutoFit/>
          </a:bodyPr>
          <a:lstStyle/>
          <a:p>
            <a:pPr marL="12700">
              <a:lnSpc>
                <a:spcPct val="100000"/>
              </a:lnSpc>
              <a:spcBef>
                <a:spcPts val="65"/>
              </a:spcBef>
            </a:pPr>
            <a:r>
              <a:rPr dirty="0"/>
              <a:t>W</a:t>
            </a:r>
            <a:r>
              <a:rPr spc="-180" dirty="0"/>
              <a:t> </a:t>
            </a:r>
            <a:r>
              <a:rPr spc="-420" dirty="0"/>
              <a:t>I</a:t>
            </a:r>
            <a:r>
              <a:rPr spc="-150" dirty="0"/>
              <a:t> </a:t>
            </a:r>
            <a:r>
              <a:rPr spc="-145" dirty="0"/>
              <a:t>T </a:t>
            </a:r>
            <a:r>
              <a:rPr spc="-50" dirty="0"/>
              <a:t>H</a:t>
            </a:r>
          </a:p>
        </p:txBody>
      </p:sp>
      <p:sp>
        <p:nvSpPr>
          <p:cNvPr id="14" name="object 14"/>
          <p:cNvSpPr txBox="1"/>
          <p:nvPr/>
        </p:nvSpPr>
        <p:spPr>
          <a:xfrm>
            <a:off x="9548127" y="9737490"/>
            <a:ext cx="1195070" cy="316230"/>
          </a:xfrm>
          <a:prstGeom prst="rect">
            <a:avLst/>
          </a:prstGeom>
        </p:spPr>
        <p:txBody>
          <a:bodyPr vert="horz" wrap="square" lIns="0" tIns="8255" rIns="0" bIns="0" rtlCol="0">
            <a:spAutoFit/>
          </a:bodyPr>
          <a:lstStyle/>
          <a:p>
            <a:pPr marL="12700">
              <a:lnSpc>
                <a:spcPct val="100000"/>
              </a:lnSpc>
              <a:spcBef>
                <a:spcPts val="65"/>
              </a:spcBef>
            </a:pPr>
            <a:r>
              <a:rPr sz="1850" b="1" dirty="0">
                <a:solidFill>
                  <a:srgbClr val="FF5C1F"/>
                </a:solidFill>
                <a:latin typeface="Nirmala UI"/>
                <a:cs typeface="Nirmala UI"/>
              </a:rPr>
              <a:t>भा</a:t>
            </a:r>
            <a:r>
              <a:rPr sz="1850" b="1" spc="-130" dirty="0">
                <a:solidFill>
                  <a:srgbClr val="FF5C1F"/>
                </a:solidFill>
                <a:latin typeface="Nirmala UI"/>
                <a:cs typeface="Nirmala UI"/>
              </a:rPr>
              <a:t> </a:t>
            </a:r>
            <a:r>
              <a:rPr sz="1850" b="1" spc="-170" dirty="0">
                <a:solidFill>
                  <a:srgbClr val="FF5C1F"/>
                </a:solidFill>
                <a:latin typeface="Nirmala UI"/>
                <a:cs typeface="Nirmala UI"/>
              </a:rPr>
              <a:t>र</a:t>
            </a:r>
            <a:r>
              <a:rPr sz="1850" b="1" spc="-45" dirty="0">
                <a:solidFill>
                  <a:srgbClr val="FF5C1F"/>
                </a:solidFill>
                <a:latin typeface="Nirmala UI"/>
                <a:cs typeface="Nirmala UI"/>
              </a:rPr>
              <a:t> </a:t>
            </a:r>
            <a:r>
              <a:rPr sz="1850" b="1" dirty="0">
                <a:solidFill>
                  <a:srgbClr val="FF5C1F"/>
                </a:solidFill>
                <a:latin typeface="Nirmala UI"/>
                <a:cs typeface="Nirmala UI"/>
              </a:rPr>
              <a:t>त</a:t>
            </a:r>
            <a:r>
              <a:rPr sz="1850" b="1" spc="-100" dirty="0">
                <a:solidFill>
                  <a:srgbClr val="FF5C1F"/>
                </a:solidFill>
                <a:latin typeface="Nirmala UI"/>
                <a:cs typeface="Nirmala UI"/>
              </a:rPr>
              <a:t> </a:t>
            </a:r>
            <a:r>
              <a:rPr sz="1850" b="1" dirty="0">
                <a:solidFill>
                  <a:srgbClr val="FF5C1F"/>
                </a:solidFill>
                <a:latin typeface="Tahoma"/>
                <a:cs typeface="Tahoma"/>
              </a:rPr>
              <a:t>2</a:t>
            </a:r>
            <a:r>
              <a:rPr sz="1850" b="1" spc="-90" dirty="0">
                <a:solidFill>
                  <a:srgbClr val="FF5C1F"/>
                </a:solidFill>
                <a:latin typeface="Tahoma"/>
                <a:cs typeface="Tahoma"/>
              </a:rPr>
              <a:t> </a:t>
            </a:r>
            <a:r>
              <a:rPr sz="1850" b="1" spc="-95" dirty="0">
                <a:solidFill>
                  <a:srgbClr val="FF5C1F"/>
                </a:solidFill>
                <a:latin typeface="Tahoma"/>
                <a:cs typeface="Tahoma"/>
              </a:rPr>
              <a:t>.</a:t>
            </a:r>
            <a:r>
              <a:rPr sz="1850" b="1" spc="-100" dirty="0">
                <a:solidFill>
                  <a:srgbClr val="FF5C1F"/>
                </a:solidFill>
                <a:latin typeface="Tahoma"/>
                <a:cs typeface="Tahoma"/>
              </a:rPr>
              <a:t> </a:t>
            </a:r>
            <a:r>
              <a:rPr sz="1850" b="1" spc="40" dirty="0">
                <a:solidFill>
                  <a:srgbClr val="FF5C1F"/>
                </a:solidFill>
                <a:latin typeface="Tahoma"/>
                <a:cs typeface="Tahoma"/>
              </a:rPr>
              <a:t>0</a:t>
            </a:r>
            <a:endParaRPr sz="1850">
              <a:latin typeface="Tahoma"/>
              <a:cs typeface="Tahoma"/>
            </a:endParaRPr>
          </a:p>
        </p:txBody>
      </p:sp>
      <p:pic>
        <p:nvPicPr>
          <p:cNvPr id="19" name="Picture 18">
            <a:extLst>
              <a:ext uri="{FF2B5EF4-FFF2-40B4-BE49-F238E27FC236}">
                <a16:creationId xmlns:a16="http://schemas.microsoft.com/office/drawing/2014/main" id="{7225EB78-73D7-2FDD-6B65-99ED305ED2C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26957" y="3098556"/>
            <a:ext cx="4267570" cy="6530906"/>
          </a:xfrm>
          <a:prstGeom prst="rect">
            <a:avLst/>
          </a:prstGeom>
        </p:spPr>
      </p:pic>
      <p:pic>
        <p:nvPicPr>
          <p:cNvPr id="21" name="Picture 20">
            <a:extLst>
              <a:ext uri="{FF2B5EF4-FFF2-40B4-BE49-F238E27FC236}">
                <a16:creationId xmlns:a16="http://schemas.microsoft.com/office/drawing/2014/main" id="{4B9D05E4-9479-4603-313C-F2B3F1607BE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655243" y="3072747"/>
            <a:ext cx="4290432" cy="6530906"/>
          </a:xfrm>
          <a:prstGeom prst="rect">
            <a:avLst/>
          </a:prstGeom>
        </p:spPr>
      </p:pic>
      <p:pic>
        <p:nvPicPr>
          <p:cNvPr id="23" name="Picture 22">
            <a:extLst>
              <a:ext uri="{FF2B5EF4-FFF2-40B4-BE49-F238E27FC236}">
                <a16:creationId xmlns:a16="http://schemas.microsoft.com/office/drawing/2014/main" id="{C188CD41-CEBB-380C-B84B-0CABCDCA645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070445" y="3072747"/>
            <a:ext cx="4419983" cy="6530906"/>
          </a:xfrm>
          <a:prstGeom prst="rect">
            <a:avLst/>
          </a:prstGeom>
        </p:spPr>
      </p:pic>
      <p:pic>
        <p:nvPicPr>
          <p:cNvPr id="26" name="Picture 25">
            <a:extLst>
              <a:ext uri="{FF2B5EF4-FFF2-40B4-BE49-F238E27FC236}">
                <a16:creationId xmlns:a16="http://schemas.microsoft.com/office/drawing/2014/main" id="{9055DB0B-38AF-DE77-3411-7186CFDF1572}"/>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3615198" y="3098556"/>
            <a:ext cx="4519052" cy="6530906"/>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303</TotalTime>
  <Words>863</Words>
  <Application>Microsoft Office PowerPoint</Application>
  <PresentationFormat>Custom</PresentationFormat>
  <Paragraphs>111</Paragraphs>
  <Slides>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Arial</vt:lpstr>
      <vt:lpstr>Calibri</vt:lpstr>
      <vt:lpstr>Nirmala UI</vt:lpstr>
      <vt:lpstr>Tahoma</vt:lpstr>
      <vt:lpstr>Verdana</vt:lpstr>
      <vt:lpstr>Office Theme</vt:lpstr>
      <vt:lpstr>BUILD</vt:lpstr>
      <vt:lpstr>PROBLEM STATEMENT</vt:lpstr>
      <vt:lpstr>SOLUTION</vt:lpstr>
      <vt:lpstr>FLOW OF SOLUTION</vt:lpstr>
      <vt:lpstr>TECH STACK</vt:lpstr>
      <vt:lpstr>UNIQUE SELLING PROPOSITION (USP)</vt:lpstr>
      <vt:lpstr>FEASIBILITY &amp; COMPETITORS</vt:lpstr>
      <vt:lpstr>RESEARCH &amp; REFERENCE</vt:lpstr>
      <vt:lpstr>MOBILE APP DASHBOARD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 with Bharat 2.0  PPT Template</dc:title>
  <dc:creator>Astitva Mishra</dc:creator>
  <cp:keywords>DAHPihDBEhA,BAGWooMjBTU</cp:keywords>
  <cp:lastModifiedBy>lokesh k</cp:lastModifiedBy>
  <cp:revision>5</cp:revision>
  <dcterms:created xsi:type="dcterms:W3CDTF">2026-08-30T04:33:32Z</dcterms:created>
  <dcterms:modified xsi:type="dcterms:W3CDTF">2026-08-30T17:29:08Z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verter">
    <vt:lpwstr>SolidFramework v10.0.19910.1</vt:lpwstr>
  </property>
  <property fmtid="{D5CDD505-2E9C-101B-9397-08002B2CF9AE}" pid="3" name="Created">
    <vt:filetime>2026-07-16T00:00:00Z</vt:filetime>
  </property>
  <property fmtid="{D5CDD505-2E9C-101B-9397-08002B2CF9AE}" pid="4" name="Creator">
    <vt:lpwstr>Canva</vt:lpwstr>
  </property>
  <property fmtid="{D5CDD505-2E9C-101B-9397-08002B2CF9AE}" pid="5" name="LastSaved">
    <vt:filetime>2026-08-30T00:00:00Z</vt:filetime>
  </property>
  <property fmtid="{D5CDD505-2E9C-101B-9397-08002B2CF9AE}" pid="6" name="Producer">
    <vt:lpwstr>Canva</vt:lpwstr>
  </property>
</Properties>
</file>